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notesMasterIdLst>
    <p:notesMasterId r:id="rId22"/>
  </p:notesMasterIdLst>
  <p:sldIdLst>
    <p:sldId id="256" r:id="rId2"/>
    <p:sldId id="258" r:id="rId3"/>
    <p:sldId id="257" r:id="rId4"/>
    <p:sldId id="259" r:id="rId5"/>
    <p:sldId id="260" r:id="rId6"/>
    <p:sldId id="266" r:id="rId7"/>
    <p:sldId id="267" r:id="rId8"/>
    <p:sldId id="274" r:id="rId9"/>
    <p:sldId id="275" r:id="rId10"/>
    <p:sldId id="276" r:id="rId11"/>
    <p:sldId id="277" r:id="rId12"/>
    <p:sldId id="278" r:id="rId13"/>
    <p:sldId id="269" r:id="rId14"/>
    <p:sldId id="272" r:id="rId15"/>
    <p:sldId id="273" r:id="rId16"/>
    <p:sldId id="270" r:id="rId17"/>
    <p:sldId id="261" r:id="rId18"/>
    <p:sldId id="271" r:id="rId19"/>
    <p:sldId id="262" r:id="rId20"/>
    <p:sldId id="26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4CF47A-5DBE-97C1-D0CF-FFB9A0E6993A}" v="314" dt="2025-11-18T16:01:09.256"/>
    <p1510:client id="{0FD75ABA-2975-3407-6E59-BFEA26DC0D90}" v="163" dt="2025-11-18T07:58:24.974"/>
    <p1510:client id="{5A826F93-67FA-746E-CC00-713AF55D035F}" v="3" dt="2025-11-18T02:05:58.507"/>
    <p1510:client id="{5C6AFCC5-54A5-DBAD-AC2F-912A943DA243}" v="5" dt="2025-11-18T00:06:17.508"/>
    <p1510:client id="{68508BAE-EF6C-4CF8-A231-E41A0C5FBBB5}" v="84" dt="2025-11-18T18:22:34.173"/>
    <p1510:client id="{74C040E1-C69A-39F3-E385-B95AAED4B906}" v="31" dt="2025-11-18T05:57:43.958"/>
    <p1510:client id="{95E8E844-86DB-4C44-A666-A8B6FF65F132}" v="718" dt="2025-11-18T21:30:12.530"/>
    <p1510:client id="{9BE3CBE8-384E-2C10-8A95-B0606F83FDEF}" v="14" dt="2025-11-18T19:18:11.642"/>
    <p1510:client id="{ABBC4B7E-8DB2-5D41-F197-9BBF60785C17}" v="140" dt="2025-11-18T02:40:50.415"/>
    <p1510:client id="{AF9F4EB9-1D69-7849-FF1F-AEF1DB8A0C9C}" v="199" dt="2025-11-18T06:32:12.827"/>
    <p1510:client id="{B31D88F6-5B22-2593-094A-02B788DEF629}" v="591" dt="2025-11-18T06:27:20.679"/>
    <p1510:client id="{BD4A1E2F-E03B-9684-A3D1-FCC5287AEA61}" v="51" dt="2025-11-18T11:26:53.240"/>
    <p1510:client id="{DF16E435-2C71-EE30-D111-B33E289D8991}" v="43" dt="2025-11-18T19:34:30.729"/>
    <p1510:client id="{E421848A-1697-8447-B03C-6DA827016354}" v="5" dt="2025-11-17T06:23:12.106"/>
    <p1510:client id="{F0BB96ED-3AA3-72DA-12F3-26DC6FBF65E6}" v="45" dt="2025-11-18T19:48:22.3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ye, Anthony William" userId="S::awd240000@utdallas.edu::6b6fbb82-d5b9-4378-99af-d01874b2516d" providerId="AD" clId="Web-{8354681E-8B44-002E-487A-EC32DA929672}"/>
    <pc:docChg chg="mod addSld modSld sldOrd addMainMaster delMainMaster">
      <pc:chgData name="Dye, Anthony William" userId="S::awd240000@utdallas.edu::6b6fbb82-d5b9-4378-99af-d01874b2516d" providerId="AD" clId="Web-{8354681E-8B44-002E-487A-EC32DA929672}" dt="2025-11-17T05:28:21.447" v="120" actId="20577"/>
      <pc:docMkLst>
        <pc:docMk/>
      </pc:docMkLst>
      <pc:sldChg chg="modSp mod modClrScheme chgLayout">
        <pc:chgData name="Dye, Anthony William" userId="S::awd240000@utdallas.edu::6b6fbb82-d5b9-4378-99af-d01874b2516d" providerId="AD" clId="Web-{8354681E-8B44-002E-487A-EC32DA929672}" dt="2025-11-17T05:28:12.103" v="113" actId="20577"/>
        <pc:sldMkLst>
          <pc:docMk/>
          <pc:sldMk cId="1247355738" sldId="256"/>
        </pc:sldMkLst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1247355738" sldId="256"/>
            <ac:spMk id="2" creationId="{C40D7828-2AFC-9AA6-F61F-FFCD97D4E26A}"/>
          </ac:spMkLst>
        </pc:spChg>
        <pc:spChg chg="mod ord">
          <ac:chgData name="Dye, Anthony William" userId="S::awd240000@utdallas.edu::6b6fbb82-d5b9-4378-99af-d01874b2516d" providerId="AD" clId="Web-{8354681E-8B44-002E-487A-EC32DA929672}" dt="2025-11-17T05:28:12.103" v="113" actId="20577"/>
          <ac:spMkLst>
            <pc:docMk/>
            <pc:sldMk cId="1247355738" sldId="256"/>
            <ac:spMk id="3" creationId="{1F097E54-0CE2-EB84-632A-6A02E18C7855}"/>
          </ac:spMkLst>
        </pc:spChg>
      </pc:sldChg>
      <pc:sldChg chg="modSp new mod ord modClrScheme chgLayout">
        <pc:chgData name="Dye, Anthony William" userId="S::awd240000@utdallas.edu::6b6fbb82-d5b9-4378-99af-d01874b2516d" providerId="AD" clId="Web-{8354681E-8B44-002E-487A-EC32DA929672}" dt="2025-11-17T05:26:19.400" v="103"/>
        <pc:sldMkLst>
          <pc:docMk/>
          <pc:sldMk cId="2528682449" sldId="257"/>
        </pc:sldMkLst>
        <pc:spChg chg="mod ord">
          <ac:chgData name="Dye, Anthony William" userId="S::awd240000@utdallas.edu::6b6fbb82-d5b9-4378-99af-d01874b2516d" providerId="AD" clId="Web-{8354681E-8B44-002E-487A-EC32DA929672}" dt="2025-11-17T05:24:45.400" v="102" actId="1076"/>
          <ac:spMkLst>
            <pc:docMk/>
            <pc:sldMk cId="2528682449" sldId="257"/>
            <ac:spMk id="2" creationId="{7C659364-B98C-E1A4-98B7-85DDDC13603E}"/>
          </ac:spMkLst>
        </pc:spChg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2528682449" sldId="257"/>
            <ac:spMk id="3" creationId="{ECD34ECD-2CC6-6348-803D-5FCCBF9A07E1}"/>
          </ac:spMkLst>
        </pc:spChg>
      </pc:sldChg>
      <pc:sldChg chg="modSp new mod modClrScheme chgLayout">
        <pc:chgData name="Dye, Anthony William" userId="S::awd240000@utdallas.edu::6b6fbb82-d5b9-4378-99af-d01874b2516d" providerId="AD" clId="Web-{8354681E-8B44-002E-487A-EC32DA929672}" dt="2025-11-17T05:28:21.447" v="120" actId="20577"/>
        <pc:sldMkLst>
          <pc:docMk/>
          <pc:sldMk cId="3321480527" sldId="258"/>
        </pc:sldMkLst>
        <pc:spChg chg="mod ord">
          <ac:chgData name="Dye, Anthony William" userId="S::awd240000@utdallas.edu::6b6fbb82-d5b9-4378-99af-d01874b2516d" providerId="AD" clId="Web-{8354681E-8B44-002E-487A-EC32DA929672}" dt="2025-11-17T05:27:48.947" v="107" actId="20577"/>
          <ac:spMkLst>
            <pc:docMk/>
            <pc:sldMk cId="3321480527" sldId="258"/>
            <ac:spMk id="2" creationId="{0399657E-8ACA-1A3E-A2D8-295C4AD78B25}"/>
          </ac:spMkLst>
        </pc:spChg>
        <pc:spChg chg="mod ord">
          <ac:chgData name="Dye, Anthony William" userId="S::awd240000@utdallas.edu::6b6fbb82-d5b9-4378-99af-d01874b2516d" providerId="AD" clId="Web-{8354681E-8B44-002E-487A-EC32DA929672}" dt="2025-11-17T05:28:21.447" v="120" actId="20577"/>
          <ac:spMkLst>
            <pc:docMk/>
            <pc:sldMk cId="3321480527" sldId="258"/>
            <ac:spMk id="3" creationId="{7846E86C-4E1D-7298-8047-6A24B20538B5}"/>
          </ac:spMkLst>
        </pc:spChg>
      </pc:sldChg>
      <pc:sldChg chg="modSp new mod modClrScheme chgLayout">
        <pc:chgData name="Dye, Anthony William" userId="S::awd240000@utdallas.edu::6b6fbb82-d5b9-4378-99af-d01874b2516d" providerId="AD" clId="Web-{8354681E-8B44-002E-487A-EC32DA929672}" dt="2025-11-17T05:12:47.835" v="34"/>
        <pc:sldMkLst>
          <pc:docMk/>
          <pc:sldMk cId="1308327048" sldId="259"/>
        </pc:sldMkLst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1308327048" sldId="259"/>
            <ac:spMk id="2" creationId="{4006CE67-CACC-055E-5AEA-851FEDD6A96F}"/>
          </ac:spMkLst>
        </pc:spChg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1308327048" sldId="259"/>
            <ac:spMk id="3" creationId="{7E9BFA8C-2B0B-529C-148B-266FB8A02788}"/>
          </ac:spMkLst>
        </pc:spChg>
      </pc:sldChg>
      <pc:sldChg chg="modSp new mod modClrScheme chgLayout">
        <pc:chgData name="Dye, Anthony William" userId="S::awd240000@utdallas.edu::6b6fbb82-d5b9-4378-99af-d01874b2516d" providerId="AD" clId="Web-{8354681E-8B44-002E-487A-EC32DA929672}" dt="2025-11-17T05:12:47.835" v="34"/>
        <pc:sldMkLst>
          <pc:docMk/>
          <pc:sldMk cId="911267301" sldId="260"/>
        </pc:sldMkLst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911267301" sldId="260"/>
            <ac:spMk id="2" creationId="{4E2040BB-CE3D-C29C-711E-8D390CBA3F3E}"/>
          </ac:spMkLst>
        </pc:spChg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911267301" sldId="260"/>
            <ac:spMk id="3" creationId="{3C455E5D-8044-7040-182F-3FFF636F94E0}"/>
          </ac:spMkLst>
        </pc:spChg>
      </pc:sldChg>
      <pc:sldChg chg="modSp new mod modClrScheme chgLayout">
        <pc:chgData name="Dye, Anthony William" userId="S::awd240000@utdallas.edu::6b6fbb82-d5b9-4378-99af-d01874b2516d" providerId="AD" clId="Web-{8354681E-8B44-002E-487A-EC32DA929672}" dt="2025-11-17T05:12:47.835" v="34"/>
        <pc:sldMkLst>
          <pc:docMk/>
          <pc:sldMk cId="1519195774" sldId="261"/>
        </pc:sldMkLst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1519195774" sldId="261"/>
            <ac:spMk id="2" creationId="{4C800819-DA30-D2A6-2CEC-0503C8395F05}"/>
          </ac:spMkLst>
        </pc:spChg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1519195774" sldId="261"/>
            <ac:spMk id="3" creationId="{40BE4C07-38FF-259C-E902-DE4E6B34F962}"/>
          </ac:spMkLst>
        </pc:spChg>
      </pc:sldChg>
      <pc:sldChg chg="modSp new mod modClrScheme chgLayout">
        <pc:chgData name="Dye, Anthony William" userId="S::awd240000@utdallas.edu::6b6fbb82-d5b9-4378-99af-d01874b2516d" providerId="AD" clId="Web-{8354681E-8B44-002E-487A-EC32DA929672}" dt="2025-11-17T05:12:47.835" v="34"/>
        <pc:sldMkLst>
          <pc:docMk/>
          <pc:sldMk cId="1651692445" sldId="262"/>
        </pc:sldMkLst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1651692445" sldId="262"/>
            <ac:spMk id="2" creationId="{F7EFE92B-EF1E-ED4A-F5D0-42429ED2B2F8}"/>
          </ac:spMkLst>
        </pc:spChg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1651692445" sldId="262"/>
            <ac:spMk id="3" creationId="{F37A3F0B-EB3A-668B-239F-B238F097A1F2}"/>
          </ac:spMkLst>
        </pc:spChg>
      </pc:sldChg>
      <pc:sldChg chg="modSp new mod modClrScheme chgLayout">
        <pc:chgData name="Dye, Anthony William" userId="S::awd240000@utdallas.edu::6b6fbb82-d5b9-4378-99af-d01874b2516d" providerId="AD" clId="Web-{8354681E-8B44-002E-487A-EC32DA929672}" dt="2025-11-17T05:12:47.835" v="34"/>
        <pc:sldMkLst>
          <pc:docMk/>
          <pc:sldMk cId="374340918" sldId="263"/>
        </pc:sldMkLst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374340918" sldId="263"/>
            <ac:spMk id="2" creationId="{359E1604-D563-9892-7EE5-9773360EE7F2}"/>
          </ac:spMkLst>
        </pc:spChg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374340918" sldId="263"/>
            <ac:spMk id="3" creationId="{61FD973C-2078-80C0-712F-A78D50E867C9}"/>
          </ac:spMkLst>
        </pc:spChg>
      </pc:sldChg>
      <pc:sldChg chg="modSp new mod modClrScheme chgLayout">
        <pc:chgData name="Dye, Anthony William" userId="S::awd240000@utdallas.edu::6b6fbb82-d5b9-4378-99af-d01874b2516d" providerId="AD" clId="Web-{8354681E-8B44-002E-487A-EC32DA929672}" dt="2025-11-17T05:12:47.835" v="34"/>
        <pc:sldMkLst>
          <pc:docMk/>
          <pc:sldMk cId="2258671992" sldId="264"/>
        </pc:sldMkLst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2258671992" sldId="264"/>
            <ac:spMk id="2" creationId="{B487C7A3-D816-0440-DAC5-07018A52C398}"/>
          </ac:spMkLst>
        </pc:spChg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2258671992" sldId="264"/>
            <ac:spMk id="3" creationId="{0C653F05-2B77-C0D5-12FE-6537918D48A4}"/>
          </ac:spMkLst>
        </pc:spChg>
      </pc:sldChg>
      <pc:sldChg chg="modSp new mod modClrScheme chgLayout">
        <pc:chgData name="Dye, Anthony William" userId="S::awd240000@utdallas.edu::6b6fbb82-d5b9-4378-99af-d01874b2516d" providerId="AD" clId="Web-{8354681E-8B44-002E-487A-EC32DA929672}" dt="2025-11-17T05:12:47.835" v="34"/>
        <pc:sldMkLst>
          <pc:docMk/>
          <pc:sldMk cId="3747142078" sldId="265"/>
        </pc:sldMkLst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3747142078" sldId="265"/>
            <ac:spMk id="2" creationId="{AC2D73AB-DE22-298C-A706-942AB3E18359}"/>
          </ac:spMkLst>
        </pc:spChg>
        <pc:spChg chg="mod ord">
          <ac:chgData name="Dye, Anthony William" userId="S::awd240000@utdallas.edu::6b6fbb82-d5b9-4378-99af-d01874b2516d" providerId="AD" clId="Web-{8354681E-8B44-002E-487A-EC32DA929672}" dt="2025-11-17T05:12:47.835" v="34"/>
          <ac:spMkLst>
            <pc:docMk/>
            <pc:sldMk cId="3747142078" sldId="265"/>
            <ac:spMk id="3" creationId="{7FE2893D-408E-E6A7-52AE-0CC0AD3177C2}"/>
          </ac:spMkLst>
        </pc:spChg>
      </pc:sldChg>
      <pc:sldMasterChg chg="del delSldLayout">
        <pc:chgData name="Dye, Anthony William" userId="S::awd240000@utdallas.edu::6b6fbb82-d5b9-4378-99af-d01874b2516d" providerId="AD" clId="Web-{8354681E-8B44-002E-487A-EC32DA929672}" dt="2025-11-17T05:12:08.194" v="26"/>
        <pc:sldMasterMkLst>
          <pc:docMk/>
          <pc:sldMasterMk cId="1188919111" sldId="2147483648"/>
        </pc:sldMasterMkLst>
        <pc:sldLayoutChg chg="del">
          <pc:chgData name="Dye, Anthony William" userId="S::awd240000@utdallas.edu::6b6fbb82-d5b9-4378-99af-d01874b2516d" providerId="AD" clId="Web-{8354681E-8B44-002E-487A-EC32DA929672}" dt="2025-11-17T05:12:08.194" v="26"/>
          <pc:sldLayoutMkLst>
            <pc:docMk/>
            <pc:sldMasterMk cId="1188919111" sldId="2147483648"/>
            <pc:sldLayoutMk cId="2434330222" sldId="2147483649"/>
          </pc:sldLayoutMkLst>
        </pc:sldLayoutChg>
        <pc:sldLayoutChg chg="del">
          <pc:chgData name="Dye, Anthony William" userId="S::awd240000@utdallas.edu::6b6fbb82-d5b9-4378-99af-d01874b2516d" providerId="AD" clId="Web-{8354681E-8B44-002E-487A-EC32DA929672}" dt="2025-11-17T05:12:08.194" v="26"/>
          <pc:sldLayoutMkLst>
            <pc:docMk/>
            <pc:sldMasterMk cId="1188919111" sldId="2147483648"/>
            <pc:sldLayoutMk cId="1489137222" sldId="2147483650"/>
          </pc:sldLayoutMkLst>
        </pc:sldLayoutChg>
        <pc:sldLayoutChg chg="del">
          <pc:chgData name="Dye, Anthony William" userId="S::awd240000@utdallas.edu::6b6fbb82-d5b9-4378-99af-d01874b2516d" providerId="AD" clId="Web-{8354681E-8B44-002E-487A-EC32DA929672}" dt="2025-11-17T05:12:08.194" v="26"/>
          <pc:sldLayoutMkLst>
            <pc:docMk/>
            <pc:sldMasterMk cId="1188919111" sldId="2147483648"/>
            <pc:sldLayoutMk cId="2343769397" sldId="2147483651"/>
          </pc:sldLayoutMkLst>
        </pc:sldLayoutChg>
        <pc:sldLayoutChg chg="del">
          <pc:chgData name="Dye, Anthony William" userId="S::awd240000@utdallas.edu::6b6fbb82-d5b9-4378-99af-d01874b2516d" providerId="AD" clId="Web-{8354681E-8B44-002E-487A-EC32DA929672}" dt="2025-11-17T05:12:08.194" v="26"/>
          <pc:sldLayoutMkLst>
            <pc:docMk/>
            <pc:sldMasterMk cId="1188919111" sldId="2147483648"/>
            <pc:sldLayoutMk cId="995703334" sldId="2147483652"/>
          </pc:sldLayoutMkLst>
        </pc:sldLayoutChg>
        <pc:sldLayoutChg chg="del">
          <pc:chgData name="Dye, Anthony William" userId="S::awd240000@utdallas.edu::6b6fbb82-d5b9-4378-99af-d01874b2516d" providerId="AD" clId="Web-{8354681E-8B44-002E-487A-EC32DA929672}" dt="2025-11-17T05:12:08.194" v="26"/>
          <pc:sldLayoutMkLst>
            <pc:docMk/>
            <pc:sldMasterMk cId="1188919111" sldId="2147483648"/>
            <pc:sldLayoutMk cId="719452225" sldId="2147483653"/>
          </pc:sldLayoutMkLst>
        </pc:sldLayoutChg>
        <pc:sldLayoutChg chg="del">
          <pc:chgData name="Dye, Anthony William" userId="S::awd240000@utdallas.edu::6b6fbb82-d5b9-4378-99af-d01874b2516d" providerId="AD" clId="Web-{8354681E-8B44-002E-487A-EC32DA929672}" dt="2025-11-17T05:12:08.194" v="26"/>
          <pc:sldLayoutMkLst>
            <pc:docMk/>
            <pc:sldMasterMk cId="1188919111" sldId="2147483648"/>
            <pc:sldLayoutMk cId="826546358" sldId="2147483654"/>
          </pc:sldLayoutMkLst>
        </pc:sldLayoutChg>
        <pc:sldLayoutChg chg="del">
          <pc:chgData name="Dye, Anthony William" userId="S::awd240000@utdallas.edu::6b6fbb82-d5b9-4378-99af-d01874b2516d" providerId="AD" clId="Web-{8354681E-8B44-002E-487A-EC32DA929672}" dt="2025-11-17T05:12:08.194" v="26"/>
          <pc:sldLayoutMkLst>
            <pc:docMk/>
            <pc:sldMasterMk cId="1188919111" sldId="2147483648"/>
            <pc:sldLayoutMk cId="731814705" sldId="2147483655"/>
          </pc:sldLayoutMkLst>
        </pc:sldLayoutChg>
        <pc:sldLayoutChg chg="del">
          <pc:chgData name="Dye, Anthony William" userId="S::awd240000@utdallas.edu::6b6fbb82-d5b9-4378-99af-d01874b2516d" providerId="AD" clId="Web-{8354681E-8B44-002E-487A-EC32DA929672}" dt="2025-11-17T05:12:08.194" v="26"/>
          <pc:sldLayoutMkLst>
            <pc:docMk/>
            <pc:sldMasterMk cId="1188919111" sldId="2147483648"/>
            <pc:sldLayoutMk cId="4255996981" sldId="2147483656"/>
          </pc:sldLayoutMkLst>
        </pc:sldLayoutChg>
        <pc:sldLayoutChg chg="del">
          <pc:chgData name="Dye, Anthony William" userId="S::awd240000@utdallas.edu::6b6fbb82-d5b9-4378-99af-d01874b2516d" providerId="AD" clId="Web-{8354681E-8B44-002E-487A-EC32DA929672}" dt="2025-11-17T05:12:08.194" v="26"/>
          <pc:sldLayoutMkLst>
            <pc:docMk/>
            <pc:sldMasterMk cId="1188919111" sldId="2147483648"/>
            <pc:sldLayoutMk cId="371040450" sldId="2147483657"/>
          </pc:sldLayoutMkLst>
        </pc:sldLayoutChg>
        <pc:sldLayoutChg chg="del">
          <pc:chgData name="Dye, Anthony William" userId="S::awd240000@utdallas.edu::6b6fbb82-d5b9-4378-99af-d01874b2516d" providerId="AD" clId="Web-{8354681E-8B44-002E-487A-EC32DA929672}" dt="2025-11-17T05:12:08.194" v="26"/>
          <pc:sldLayoutMkLst>
            <pc:docMk/>
            <pc:sldMasterMk cId="1188919111" sldId="2147483648"/>
            <pc:sldLayoutMk cId="3563140843" sldId="2147483658"/>
          </pc:sldLayoutMkLst>
        </pc:sldLayoutChg>
        <pc:sldLayoutChg chg="del">
          <pc:chgData name="Dye, Anthony William" userId="S::awd240000@utdallas.edu::6b6fbb82-d5b9-4378-99af-d01874b2516d" providerId="AD" clId="Web-{8354681E-8B44-002E-487A-EC32DA929672}" dt="2025-11-17T05:12:08.194" v="26"/>
          <pc:sldLayoutMkLst>
            <pc:docMk/>
            <pc:sldMasterMk cId="1188919111" sldId="2147483648"/>
            <pc:sldLayoutMk cId="2218141529" sldId="2147483659"/>
          </pc:sldLayoutMkLst>
        </pc:sldLayoutChg>
      </pc:sldMasterChg>
      <pc:sldMasterChg chg="add del addSldLayout delSldLayout modSldLayout">
        <pc:chgData name="Dye, Anthony William" userId="S::awd240000@utdallas.edu::6b6fbb82-d5b9-4378-99af-d01874b2516d" providerId="AD" clId="Web-{8354681E-8B44-002E-487A-EC32DA929672}" dt="2025-11-17T05:12:10.069" v="27"/>
        <pc:sldMasterMkLst>
          <pc:docMk/>
          <pc:sldMasterMk cId="945071979" sldId="2147483660"/>
        </pc:sldMasterMkLst>
        <pc:sldLayoutChg chg="add del mod replId">
          <pc:chgData name="Dye, Anthony William" userId="S::awd240000@utdallas.edu::6b6fbb82-d5b9-4378-99af-d01874b2516d" providerId="AD" clId="Web-{8354681E-8B44-002E-487A-EC32DA929672}" dt="2025-11-17T05:12:10.069" v="27"/>
          <pc:sldLayoutMkLst>
            <pc:docMk/>
            <pc:sldMasterMk cId="945071979" sldId="2147483660"/>
            <pc:sldLayoutMk cId="2001288646" sldId="2147483661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0.069" v="27"/>
          <pc:sldLayoutMkLst>
            <pc:docMk/>
            <pc:sldMasterMk cId="945071979" sldId="2147483660"/>
            <pc:sldLayoutMk cId="1372342649" sldId="2147483662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0.069" v="27"/>
          <pc:sldLayoutMkLst>
            <pc:docMk/>
            <pc:sldMasterMk cId="945071979" sldId="2147483660"/>
            <pc:sldLayoutMk cId="3600350060" sldId="2147483663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0.069" v="27"/>
          <pc:sldLayoutMkLst>
            <pc:docMk/>
            <pc:sldMasterMk cId="945071979" sldId="2147483660"/>
            <pc:sldLayoutMk cId="2428966456" sldId="2147483664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0.069" v="27"/>
          <pc:sldLayoutMkLst>
            <pc:docMk/>
            <pc:sldMasterMk cId="945071979" sldId="2147483660"/>
            <pc:sldLayoutMk cId="3087856471" sldId="2147483665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0.069" v="27"/>
          <pc:sldLayoutMkLst>
            <pc:docMk/>
            <pc:sldMasterMk cId="945071979" sldId="2147483660"/>
            <pc:sldLayoutMk cId="2270926330" sldId="2147483666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0.069" v="27"/>
          <pc:sldLayoutMkLst>
            <pc:docMk/>
            <pc:sldMasterMk cId="945071979" sldId="2147483660"/>
            <pc:sldLayoutMk cId="4133403774" sldId="2147483667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0.069" v="27"/>
          <pc:sldLayoutMkLst>
            <pc:docMk/>
            <pc:sldMasterMk cId="945071979" sldId="2147483660"/>
            <pc:sldLayoutMk cId="2011363581" sldId="2147483668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0.069" v="27"/>
          <pc:sldLayoutMkLst>
            <pc:docMk/>
            <pc:sldMasterMk cId="945071979" sldId="2147483660"/>
            <pc:sldLayoutMk cId="865296153" sldId="2147483669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0.069" v="27"/>
          <pc:sldLayoutMkLst>
            <pc:docMk/>
            <pc:sldMasterMk cId="945071979" sldId="2147483660"/>
            <pc:sldLayoutMk cId="3421740449" sldId="2147483670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0.069" v="27"/>
          <pc:sldLayoutMkLst>
            <pc:docMk/>
            <pc:sldMasterMk cId="945071979" sldId="2147483660"/>
            <pc:sldLayoutMk cId="4187324702" sldId="2147483671"/>
          </pc:sldLayoutMkLst>
        </pc:sldLayoutChg>
      </pc:sldMasterChg>
      <pc:sldMasterChg chg="add del addSldLayout delSldLayout modSldLayout">
        <pc:chgData name="Dye, Anthony William" userId="S::awd240000@utdallas.edu::6b6fbb82-d5b9-4378-99af-d01874b2516d" providerId="AD" clId="Web-{8354681E-8B44-002E-487A-EC32DA929672}" dt="2025-11-17T05:12:11.694" v="28"/>
        <pc:sldMasterMkLst>
          <pc:docMk/>
          <pc:sldMasterMk cId="2590801510" sldId="2147483672"/>
        </pc:sldMasterMkLst>
        <pc:sldLayoutChg chg="add del mod replId">
          <pc:chgData name="Dye, Anthony William" userId="S::awd240000@utdallas.edu::6b6fbb82-d5b9-4378-99af-d01874b2516d" providerId="AD" clId="Web-{8354681E-8B44-002E-487A-EC32DA929672}" dt="2025-11-17T05:12:11.694" v="28"/>
          <pc:sldLayoutMkLst>
            <pc:docMk/>
            <pc:sldMasterMk cId="2590801510" sldId="2147483672"/>
            <pc:sldLayoutMk cId="3806334829" sldId="2147483673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1.694" v="28"/>
          <pc:sldLayoutMkLst>
            <pc:docMk/>
            <pc:sldMasterMk cId="2590801510" sldId="2147483672"/>
            <pc:sldLayoutMk cId="1279753826" sldId="2147483674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1.694" v="28"/>
          <pc:sldLayoutMkLst>
            <pc:docMk/>
            <pc:sldMasterMk cId="2590801510" sldId="2147483672"/>
            <pc:sldLayoutMk cId="954312485" sldId="2147483675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1.694" v="28"/>
          <pc:sldLayoutMkLst>
            <pc:docMk/>
            <pc:sldMasterMk cId="2590801510" sldId="2147483672"/>
            <pc:sldLayoutMk cId="3714095745" sldId="2147483676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1.694" v="28"/>
          <pc:sldLayoutMkLst>
            <pc:docMk/>
            <pc:sldMasterMk cId="2590801510" sldId="2147483672"/>
            <pc:sldLayoutMk cId="1304949914" sldId="2147483677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1.694" v="28"/>
          <pc:sldLayoutMkLst>
            <pc:docMk/>
            <pc:sldMasterMk cId="2590801510" sldId="2147483672"/>
            <pc:sldLayoutMk cId="2441026217" sldId="2147483678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1.694" v="28"/>
          <pc:sldLayoutMkLst>
            <pc:docMk/>
            <pc:sldMasterMk cId="2590801510" sldId="2147483672"/>
            <pc:sldLayoutMk cId="2461111816" sldId="2147483679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1.694" v="28"/>
          <pc:sldLayoutMkLst>
            <pc:docMk/>
            <pc:sldMasterMk cId="2590801510" sldId="2147483672"/>
            <pc:sldLayoutMk cId="1830819418" sldId="2147483680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1.694" v="28"/>
          <pc:sldLayoutMkLst>
            <pc:docMk/>
            <pc:sldMasterMk cId="2590801510" sldId="2147483672"/>
            <pc:sldLayoutMk cId="1480197373" sldId="2147483681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1.694" v="28"/>
          <pc:sldLayoutMkLst>
            <pc:docMk/>
            <pc:sldMasterMk cId="2590801510" sldId="2147483672"/>
            <pc:sldLayoutMk cId="4274342930" sldId="2147483682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1.694" v="28"/>
          <pc:sldLayoutMkLst>
            <pc:docMk/>
            <pc:sldMasterMk cId="2590801510" sldId="2147483672"/>
            <pc:sldLayoutMk cId="1505402611" sldId="2147483683"/>
          </pc:sldLayoutMkLst>
        </pc:sldLayoutChg>
      </pc:sldMasterChg>
      <pc:sldMasterChg chg="add del addSldLayout delSldLayout modSldLayout">
        <pc:chgData name="Dye, Anthony William" userId="S::awd240000@utdallas.edu::6b6fbb82-d5b9-4378-99af-d01874b2516d" providerId="AD" clId="Web-{8354681E-8B44-002E-487A-EC32DA929672}" dt="2025-11-17T05:12:13.678" v="29"/>
        <pc:sldMasterMkLst>
          <pc:docMk/>
          <pc:sldMasterMk cId="1266080879" sldId="2147483684"/>
        </pc:sldMasterMkLst>
        <pc:sldLayoutChg chg="add del mod replId">
          <pc:chgData name="Dye, Anthony William" userId="S::awd240000@utdallas.edu::6b6fbb82-d5b9-4378-99af-d01874b2516d" providerId="AD" clId="Web-{8354681E-8B44-002E-487A-EC32DA929672}" dt="2025-11-17T05:12:13.678" v="29"/>
          <pc:sldLayoutMkLst>
            <pc:docMk/>
            <pc:sldMasterMk cId="1266080879" sldId="2147483684"/>
            <pc:sldLayoutMk cId="3799085307" sldId="2147483685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3.678" v="29"/>
          <pc:sldLayoutMkLst>
            <pc:docMk/>
            <pc:sldMasterMk cId="1266080879" sldId="2147483684"/>
            <pc:sldLayoutMk cId="2070569342" sldId="2147483686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3.678" v="29"/>
          <pc:sldLayoutMkLst>
            <pc:docMk/>
            <pc:sldMasterMk cId="1266080879" sldId="2147483684"/>
            <pc:sldLayoutMk cId="2851994893" sldId="2147483687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3.678" v="29"/>
          <pc:sldLayoutMkLst>
            <pc:docMk/>
            <pc:sldMasterMk cId="1266080879" sldId="2147483684"/>
            <pc:sldLayoutMk cId="3337408929" sldId="2147483688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3.678" v="29"/>
          <pc:sldLayoutMkLst>
            <pc:docMk/>
            <pc:sldMasterMk cId="1266080879" sldId="2147483684"/>
            <pc:sldLayoutMk cId="1953620627" sldId="2147483689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3.678" v="29"/>
          <pc:sldLayoutMkLst>
            <pc:docMk/>
            <pc:sldMasterMk cId="1266080879" sldId="2147483684"/>
            <pc:sldLayoutMk cId="702365060" sldId="2147483690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3.678" v="29"/>
          <pc:sldLayoutMkLst>
            <pc:docMk/>
            <pc:sldMasterMk cId="1266080879" sldId="2147483684"/>
            <pc:sldLayoutMk cId="306961909" sldId="2147483691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3.678" v="29"/>
          <pc:sldLayoutMkLst>
            <pc:docMk/>
            <pc:sldMasterMk cId="1266080879" sldId="2147483684"/>
            <pc:sldLayoutMk cId="3886882754" sldId="2147483692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3.678" v="29"/>
          <pc:sldLayoutMkLst>
            <pc:docMk/>
            <pc:sldMasterMk cId="1266080879" sldId="2147483684"/>
            <pc:sldLayoutMk cId="472261040" sldId="2147483693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3.678" v="29"/>
          <pc:sldLayoutMkLst>
            <pc:docMk/>
            <pc:sldMasterMk cId="1266080879" sldId="2147483684"/>
            <pc:sldLayoutMk cId="1357908690" sldId="2147483694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13.678" v="29"/>
          <pc:sldLayoutMkLst>
            <pc:docMk/>
            <pc:sldMasterMk cId="1266080879" sldId="2147483684"/>
            <pc:sldLayoutMk cId="337769233" sldId="2147483695"/>
          </pc:sldLayoutMkLst>
        </pc:sldLayoutChg>
      </pc:sldMasterChg>
      <pc:sldMasterChg chg="add del addSldLayout delSldLayout modSldLayout">
        <pc:chgData name="Dye, Anthony William" userId="S::awd240000@utdallas.edu::6b6fbb82-d5b9-4378-99af-d01874b2516d" providerId="AD" clId="Web-{8354681E-8B44-002E-487A-EC32DA929672}" dt="2025-11-17T05:12:21.600" v="30"/>
        <pc:sldMasterMkLst>
          <pc:docMk/>
          <pc:sldMasterMk cId="150587204" sldId="2147483696"/>
        </pc:sldMasterMkLst>
        <pc:sldLayoutChg chg="add del mod replId">
          <pc:chgData name="Dye, Anthony William" userId="S::awd240000@utdallas.edu::6b6fbb82-d5b9-4378-99af-d01874b2516d" providerId="AD" clId="Web-{8354681E-8B44-002E-487A-EC32DA929672}" dt="2025-11-17T05:12:21.600" v="30"/>
          <pc:sldLayoutMkLst>
            <pc:docMk/>
            <pc:sldMasterMk cId="150587204" sldId="2147483696"/>
            <pc:sldLayoutMk cId="69450175" sldId="2147483697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21.600" v="30"/>
          <pc:sldLayoutMkLst>
            <pc:docMk/>
            <pc:sldMasterMk cId="150587204" sldId="2147483696"/>
            <pc:sldLayoutMk cId="1300003103" sldId="2147483698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21.600" v="30"/>
          <pc:sldLayoutMkLst>
            <pc:docMk/>
            <pc:sldMasterMk cId="150587204" sldId="2147483696"/>
            <pc:sldLayoutMk cId="1160003213" sldId="2147483699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21.600" v="30"/>
          <pc:sldLayoutMkLst>
            <pc:docMk/>
            <pc:sldMasterMk cId="150587204" sldId="2147483696"/>
            <pc:sldLayoutMk cId="2378057081" sldId="2147483700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21.600" v="30"/>
          <pc:sldLayoutMkLst>
            <pc:docMk/>
            <pc:sldMasterMk cId="150587204" sldId="2147483696"/>
            <pc:sldLayoutMk cId="3110441826" sldId="2147483701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21.600" v="30"/>
          <pc:sldLayoutMkLst>
            <pc:docMk/>
            <pc:sldMasterMk cId="150587204" sldId="2147483696"/>
            <pc:sldLayoutMk cId="2432771572" sldId="2147483702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21.600" v="30"/>
          <pc:sldLayoutMkLst>
            <pc:docMk/>
            <pc:sldMasterMk cId="150587204" sldId="2147483696"/>
            <pc:sldLayoutMk cId="2388376629" sldId="2147483703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21.600" v="30"/>
          <pc:sldLayoutMkLst>
            <pc:docMk/>
            <pc:sldMasterMk cId="150587204" sldId="2147483696"/>
            <pc:sldLayoutMk cId="426849566" sldId="2147483704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21.600" v="30"/>
          <pc:sldLayoutMkLst>
            <pc:docMk/>
            <pc:sldMasterMk cId="150587204" sldId="2147483696"/>
            <pc:sldLayoutMk cId="2496920211" sldId="2147483705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21.600" v="30"/>
          <pc:sldLayoutMkLst>
            <pc:docMk/>
            <pc:sldMasterMk cId="150587204" sldId="2147483696"/>
            <pc:sldLayoutMk cId="3984223820" sldId="2147483706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21.600" v="30"/>
          <pc:sldLayoutMkLst>
            <pc:docMk/>
            <pc:sldMasterMk cId="150587204" sldId="2147483696"/>
            <pc:sldLayoutMk cId="3218455685" sldId="2147483707"/>
          </pc:sldLayoutMkLst>
        </pc:sldLayoutChg>
      </pc:sldMasterChg>
      <pc:sldMasterChg chg="add del addSldLayout delSldLayout modSldLayout">
        <pc:chgData name="Dye, Anthony William" userId="S::awd240000@utdallas.edu::6b6fbb82-d5b9-4378-99af-d01874b2516d" providerId="AD" clId="Web-{8354681E-8B44-002E-487A-EC32DA929672}" dt="2025-11-17T05:12:33.397" v="31"/>
        <pc:sldMasterMkLst>
          <pc:docMk/>
          <pc:sldMasterMk cId="1325944682" sldId="2147483708"/>
        </pc:sldMasterMkLst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1072117873" sldId="2147483709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3019514388" sldId="2147483710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740481898" sldId="2147483711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1713379414" sldId="2147483712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3317436922" sldId="2147483713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3246056154" sldId="2147483714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2222402833" sldId="2147483715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1795689807" sldId="2147483716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1376549412" sldId="2147483717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1954929301" sldId="2147483718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2315999351" sldId="2147483719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3051281743" sldId="2147483720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516345635" sldId="2147483721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1710948880" sldId="2147483722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2798150786" sldId="2147483723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3.397" v="31"/>
          <pc:sldLayoutMkLst>
            <pc:docMk/>
            <pc:sldMasterMk cId="1325944682" sldId="2147483708"/>
            <pc:sldLayoutMk cId="1044000493" sldId="2147483724"/>
          </pc:sldLayoutMkLst>
        </pc:sldLayoutChg>
      </pc:sldMasterChg>
      <pc:sldMasterChg chg="add del addSldLayout delSldLayout modSldLayout">
        <pc:chgData name="Dye, Anthony William" userId="S::awd240000@utdallas.edu::6b6fbb82-d5b9-4378-99af-d01874b2516d" providerId="AD" clId="Web-{8354681E-8B44-002E-487A-EC32DA929672}" dt="2025-11-17T05:12:38.991" v="32"/>
        <pc:sldMasterMkLst>
          <pc:docMk/>
          <pc:sldMasterMk cId="1833972636" sldId="2147483725"/>
        </pc:sldMasterMkLst>
        <pc:sldLayoutChg chg="add del mod replId">
          <pc:chgData name="Dye, Anthony William" userId="S::awd240000@utdallas.edu::6b6fbb82-d5b9-4378-99af-d01874b2516d" providerId="AD" clId="Web-{8354681E-8B44-002E-487A-EC32DA929672}" dt="2025-11-17T05:12:38.991" v="32"/>
          <pc:sldLayoutMkLst>
            <pc:docMk/>
            <pc:sldMasterMk cId="1833972636" sldId="2147483725"/>
            <pc:sldLayoutMk cId="883564123" sldId="2147483726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8.991" v="32"/>
          <pc:sldLayoutMkLst>
            <pc:docMk/>
            <pc:sldMasterMk cId="1833972636" sldId="2147483725"/>
            <pc:sldLayoutMk cId="4015696410" sldId="2147483727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8.991" v="32"/>
          <pc:sldLayoutMkLst>
            <pc:docMk/>
            <pc:sldMasterMk cId="1833972636" sldId="2147483725"/>
            <pc:sldLayoutMk cId="3282177883" sldId="2147483728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8.991" v="32"/>
          <pc:sldLayoutMkLst>
            <pc:docMk/>
            <pc:sldMasterMk cId="1833972636" sldId="2147483725"/>
            <pc:sldLayoutMk cId="2422878071" sldId="2147483729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8.991" v="32"/>
          <pc:sldLayoutMkLst>
            <pc:docMk/>
            <pc:sldMasterMk cId="1833972636" sldId="2147483725"/>
            <pc:sldLayoutMk cId="2657600199" sldId="2147483730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8.991" v="32"/>
          <pc:sldLayoutMkLst>
            <pc:docMk/>
            <pc:sldMasterMk cId="1833972636" sldId="2147483725"/>
            <pc:sldLayoutMk cId="2885689208" sldId="2147483731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8.991" v="32"/>
          <pc:sldLayoutMkLst>
            <pc:docMk/>
            <pc:sldMasterMk cId="1833972636" sldId="2147483725"/>
            <pc:sldLayoutMk cId="2329139767" sldId="2147483732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8.991" v="32"/>
          <pc:sldLayoutMkLst>
            <pc:docMk/>
            <pc:sldMasterMk cId="1833972636" sldId="2147483725"/>
            <pc:sldLayoutMk cId="526425650" sldId="2147483733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8.991" v="32"/>
          <pc:sldLayoutMkLst>
            <pc:docMk/>
            <pc:sldMasterMk cId="1833972636" sldId="2147483725"/>
            <pc:sldLayoutMk cId="629959317" sldId="2147483734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8.991" v="32"/>
          <pc:sldLayoutMkLst>
            <pc:docMk/>
            <pc:sldMasterMk cId="1833972636" sldId="2147483725"/>
            <pc:sldLayoutMk cId="3783194092" sldId="2147483735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38.991" v="32"/>
          <pc:sldLayoutMkLst>
            <pc:docMk/>
            <pc:sldMasterMk cId="1833972636" sldId="2147483725"/>
            <pc:sldLayoutMk cId="3778391717" sldId="2147483736"/>
          </pc:sldLayoutMkLst>
        </pc:sldLayoutChg>
      </pc:sldMasterChg>
      <pc:sldMasterChg chg="add del addSldLayout delSldLayout modSldLayout">
        <pc:chgData name="Dye, Anthony William" userId="S::awd240000@utdallas.edu::6b6fbb82-d5b9-4378-99af-d01874b2516d" providerId="AD" clId="Web-{8354681E-8B44-002E-487A-EC32DA929672}" dt="2025-11-17T05:12:45.256" v="33"/>
        <pc:sldMasterMkLst>
          <pc:docMk/>
          <pc:sldMasterMk cId="4219604969" sldId="2147483737"/>
        </pc:sldMasterMkLst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466790764" sldId="2147483738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3744423039" sldId="2147483739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3637988862" sldId="2147483740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2708601017" sldId="2147483741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2061101281" sldId="2147483742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3771320140" sldId="2147483743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810954671" sldId="2147483744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2796386681" sldId="2147483745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1879459647" sldId="2147483746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3766999931" sldId="2147483747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232348817" sldId="2147483748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685983324" sldId="2147483749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2839871910" sldId="2147483750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382899195" sldId="2147483751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2511659567" sldId="2147483752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1116533314" sldId="2147483753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5.256" v="33"/>
          <pc:sldLayoutMkLst>
            <pc:docMk/>
            <pc:sldMasterMk cId="4219604969" sldId="2147483737"/>
            <pc:sldLayoutMk cId="2848120911" sldId="2147483754"/>
          </pc:sldLayoutMkLst>
        </pc:sldLayoutChg>
      </pc:sldMasterChg>
      <pc:sldMasterChg chg="add del addSldLayout delSldLayout modSldLayout">
        <pc:chgData name="Dye, Anthony William" userId="S::awd240000@utdallas.edu::6b6fbb82-d5b9-4378-99af-d01874b2516d" providerId="AD" clId="Web-{8354681E-8B44-002E-487A-EC32DA929672}" dt="2025-11-17T05:12:47.835" v="34"/>
        <pc:sldMasterMkLst>
          <pc:docMk/>
          <pc:sldMasterMk cId="2990547564" sldId="2147483755"/>
        </pc:sldMasterMkLst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3527346329" sldId="2147483756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2688524937" sldId="2147483757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835132379" sldId="2147483758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630862904" sldId="2147483759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4043877069" sldId="2147483760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3559052364" sldId="2147483761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4130273541" sldId="2147483762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1161548458" sldId="2147483763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4249187131" sldId="2147483764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1895439792" sldId="2147483765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2903512298" sldId="2147483766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400672354" sldId="2147483767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3543914936" sldId="2147483768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3338778697" sldId="2147483769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4125750959" sldId="2147483770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1470213566" sldId="2147483771"/>
          </pc:sldLayoutMkLst>
        </pc:sldLayoutChg>
        <pc:sldLayoutChg chg="add del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990547564" sldId="2147483755"/>
            <pc:sldLayoutMk cId="3028383669" sldId="2147483772"/>
          </pc:sldLayoutMkLst>
        </pc:sldLayoutChg>
      </pc:sldMasterChg>
      <pc:sldMasterChg chg="add addSldLayout modSldLayout">
        <pc:chgData name="Dye, Anthony William" userId="S::awd240000@utdallas.edu::6b6fbb82-d5b9-4378-99af-d01874b2516d" providerId="AD" clId="Web-{8354681E-8B44-002E-487A-EC32DA929672}" dt="2025-11-17T05:12:47.835" v="34"/>
        <pc:sldMasterMkLst>
          <pc:docMk/>
          <pc:sldMasterMk cId="2383459354" sldId="2147483773"/>
        </pc:sldMasterMkLst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452731864" sldId="2147483774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3798238518" sldId="2147483775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1859893778" sldId="2147483776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1085155343" sldId="2147483777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3481284370" sldId="2147483778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1265291936" sldId="2147483779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2720955045" sldId="2147483780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2574176765" sldId="2147483781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544571979" sldId="2147483782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2586122065" sldId="2147483783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136585459" sldId="2147483784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4121257867" sldId="2147483785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4100818058" sldId="2147483786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3873323025" sldId="2147483787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2815217899" sldId="2147483788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1864745512" sldId="2147483789"/>
          </pc:sldLayoutMkLst>
        </pc:sldLayoutChg>
        <pc:sldLayoutChg chg="add mod replId">
          <pc:chgData name="Dye, Anthony William" userId="S::awd240000@utdallas.edu::6b6fbb82-d5b9-4378-99af-d01874b2516d" providerId="AD" clId="Web-{8354681E-8B44-002E-487A-EC32DA929672}" dt="2025-11-17T05:12:47.835" v="34"/>
          <pc:sldLayoutMkLst>
            <pc:docMk/>
            <pc:sldMasterMk cId="2383459354" sldId="2147483773"/>
            <pc:sldLayoutMk cId="2495370577" sldId="2147483790"/>
          </pc:sldLayoutMkLst>
        </pc:sldLayoutChg>
      </pc:sldMasterChg>
    </pc:docChg>
  </pc:docChgLst>
  <pc:docChgLst>
    <pc:chgData name="Le, Kenton" userId="S::kxl220030@utdallas.edu::c6e8ad0b-0c60-43cc-89f2-582f3680a89e" providerId="AD" clId="Web-{B31D88F6-5B22-2593-094A-02B788DEF629}"/>
    <pc:docChg chg="modSld">
      <pc:chgData name="Le, Kenton" userId="S::kxl220030@utdallas.edu::c6e8ad0b-0c60-43cc-89f2-582f3680a89e" providerId="AD" clId="Web-{B31D88F6-5B22-2593-094A-02B788DEF629}" dt="2025-11-18T06:27:20.507" v="591" actId="20577"/>
      <pc:docMkLst>
        <pc:docMk/>
      </pc:docMkLst>
      <pc:sldChg chg="modSp">
        <pc:chgData name="Le, Kenton" userId="S::kxl220030@utdallas.edu::c6e8ad0b-0c60-43cc-89f2-582f3680a89e" providerId="AD" clId="Web-{B31D88F6-5B22-2593-094A-02B788DEF629}" dt="2025-11-18T06:26:58.929" v="590" actId="20577"/>
        <pc:sldMkLst>
          <pc:docMk/>
          <pc:sldMk cId="1247355738" sldId="256"/>
        </pc:sldMkLst>
        <pc:spChg chg="mod">
          <ac:chgData name="Le, Kenton" userId="S::kxl220030@utdallas.edu::c6e8ad0b-0c60-43cc-89f2-582f3680a89e" providerId="AD" clId="Web-{B31D88F6-5B22-2593-094A-02B788DEF629}" dt="2025-11-18T06:26:58.929" v="590" actId="20577"/>
          <ac:spMkLst>
            <pc:docMk/>
            <pc:sldMk cId="1247355738" sldId="256"/>
            <ac:spMk id="3" creationId="{1F097E54-0CE2-EB84-632A-6A02E18C7855}"/>
          </ac:spMkLst>
        </pc:spChg>
      </pc:sldChg>
      <pc:sldChg chg="modSp">
        <pc:chgData name="Le, Kenton" userId="S::kxl220030@utdallas.edu::c6e8ad0b-0c60-43cc-89f2-582f3680a89e" providerId="AD" clId="Web-{B31D88F6-5B22-2593-094A-02B788DEF629}" dt="2025-11-18T02:00:55.146" v="12" actId="20577"/>
        <pc:sldMkLst>
          <pc:docMk/>
          <pc:sldMk cId="1651692445" sldId="262"/>
        </pc:sldMkLst>
        <pc:spChg chg="mod">
          <ac:chgData name="Le, Kenton" userId="S::kxl220030@utdallas.edu::c6e8ad0b-0c60-43cc-89f2-582f3680a89e" providerId="AD" clId="Web-{B31D88F6-5B22-2593-094A-02B788DEF629}" dt="2025-11-18T01:50:05.571" v="1" actId="20577"/>
          <ac:spMkLst>
            <pc:docMk/>
            <pc:sldMk cId="1651692445" sldId="262"/>
            <ac:spMk id="2" creationId="{F7EFE92B-EF1E-ED4A-F5D0-42429ED2B2F8}"/>
          </ac:spMkLst>
        </pc:spChg>
        <pc:spChg chg="mod">
          <ac:chgData name="Le, Kenton" userId="S::kxl220030@utdallas.edu::c6e8ad0b-0c60-43cc-89f2-582f3680a89e" providerId="AD" clId="Web-{B31D88F6-5B22-2593-094A-02B788DEF629}" dt="2025-11-18T02:00:55.146" v="12" actId="20577"/>
          <ac:spMkLst>
            <pc:docMk/>
            <pc:sldMk cId="1651692445" sldId="262"/>
            <ac:spMk id="3" creationId="{F37A3F0B-EB3A-668B-239F-B238F097A1F2}"/>
          </ac:spMkLst>
        </pc:spChg>
      </pc:sldChg>
      <pc:sldChg chg="modSp">
        <pc:chgData name="Le, Kenton" userId="S::kxl220030@utdallas.edu::c6e8ad0b-0c60-43cc-89f2-582f3680a89e" providerId="AD" clId="Web-{B31D88F6-5B22-2593-094A-02B788DEF629}" dt="2025-11-18T05:05:42.674" v="581" actId="14100"/>
        <pc:sldMkLst>
          <pc:docMk/>
          <pc:sldMk cId="374340918" sldId="263"/>
        </pc:sldMkLst>
        <pc:spChg chg="mod">
          <ac:chgData name="Le, Kenton" userId="S::kxl220030@utdallas.edu::c6e8ad0b-0c60-43cc-89f2-582f3680a89e" providerId="AD" clId="Web-{B31D88F6-5B22-2593-094A-02B788DEF629}" dt="2025-11-18T01:50:09.696" v="7" actId="20577"/>
          <ac:spMkLst>
            <pc:docMk/>
            <pc:sldMk cId="374340918" sldId="263"/>
            <ac:spMk id="2" creationId="{359E1604-D563-9892-7EE5-9773360EE7F2}"/>
          </ac:spMkLst>
        </pc:spChg>
        <pc:spChg chg="mod">
          <ac:chgData name="Le, Kenton" userId="S::kxl220030@utdallas.edu::c6e8ad0b-0c60-43cc-89f2-582f3680a89e" providerId="AD" clId="Web-{B31D88F6-5B22-2593-094A-02B788DEF629}" dt="2025-11-18T05:05:42.674" v="581" actId="14100"/>
          <ac:spMkLst>
            <pc:docMk/>
            <pc:sldMk cId="374340918" sldId="263"/>
            <ac:spMk id="3" creationId="{61FD973C-2078-80C0-712F-A78D50E867C9}"/>
          </ac:spMkLst>
        </pc:spChg>
      </pc:sldChg>
      <pc:sldChg chg="modSp">
        <pc:chgData name="Le, Kenton" userId="S::kxl220030@utdallas.edu::c6e8ad0b-0c60-43cc-89f2-582f3680a89e" providerId="AD" clId="Web-{B31D88F6-5B22-2593-094A-02B788DEF629}" dt="2025-11-18T06:27:20.507" v="591" actId="20577"/>
        <pc:sldMkLst>
          <pc:docMk/>
          <pc:sldMk cId="2744855315" sldId="270"/>
        </pc:sldMkLst>
        <pc:spChg chg="mod">
          <ac:chgData name="Le, Kenton" userId="S::kxl220030@utdallas.edu::c6e8ad0b-0c60-43cc-89f2-582f3680a89e" providerId="AD" clId="Web-{B31D88F6-5B22-2593-094A-02B788DEF629}" dt="2025-11-18T06:27:20.507" v="591" actId="20577"/>
          <ac:spMkLst>
            <pc:docMk/>
            <pc:sldMk cId="2744855315" sldId="270"/>
            <ac:spMk id="5" creationId="{706C2769-4560-2780-3A08-50128968DCD5}"/>
          </ac:spMkLst>
        </pc:spChg>
      </pc:sldChg>
    </pc:docChg>
  </pc:docChgLst>
  <pc:docChgLst>
    <pc:chgData name="Dye, Anthony William" userId="S::awd240000@utdallas.edu::6b6fbb82-d5b9-4378-99af-d01874b2516d" providerId="AD" clId="Web-{5A826F93-67FA-746E-CC00-713AF55D035F}"/>
    <pc:docChg chg="delSld modSld">
      <pc:chgData name="Dye, Anthony William" userId="S::awd240000@utdallas.edu::6b6fbb82-d5b9-4378-99af-d01874b2516d" providerId="AD" clId="Web-{5A826F93-67FA-746E-CC00-713AF55D035F}" dt="2025-11-18T02:05:58.507" v="2" actId="20577"/>
      <pc:docMkLst>
        <pc:docMk/>
      </pc:docMkLst>
      <pc:sldChg chg="modSp">
        <pc:chgData name="Dye, Anthony William" userId="S::awd240000@utdallas.edu::6b6fbb82-d5b9-4378-99af-d01874b2516d" providerId="AD" clId="Web-{5A826F93-67FA-746E-CC00-713AF55D035F}" dt="2025-11-18T02:05:58.507" v="2" actId="20577"/>
        <pc:sldMkLst>
          <pc:docMk/>
          <pc:sldMk cId="2528682449" sldId="257"/>
        </pc:sldMkLst>
        <pc:spChg chg="mod">
          <ac:chgData name="Dye, Anthony William" userId="S::awd240000@utdallas.edu::6b6fbb82-d5b9-4378-99af-d01874b2516d" providerId="AD" clId="Web-{5A826F93-67FA-746E-CC00-713AF55D035F}" dt="2025-11-18T02:05:58.507" v="2" actId="20577"/>
          <ac:spMkLst>
            <pc:docMk/>
            <pc:sldMk cId="2528682449" sldId="257"/>
            <ac:spMk id="3" creationId="{ECD34ECD-2CC6-6348-803D-5FCCBF9A07E1}"/>
          </ac:spMkLst>
        </pc:spChg>
      </pc:sldChg>
      <pc:sldChg chg="del">
        <pc:chgData name="Dye, Anthony William" userId="S::awd240000@utdallas.edu::6b6fbb82-d5b9-4378-99af-d01874b2516d" providerId="AD" clId="Web-{5A826F93-67FA-746E-CC00-713AF55D035F}" dt="2025-11-18T02:03:10.616" v="0"/>
        <pc:sldMkLst>
          <pc:docMk/>
          <pc:sldMk cId="1973074621" sldId="268"/>
        </pc:sldMkLst>
      </pc:sldChg>
    </pc:docChg>
  </pc:docChgLst>
  <pc:docChgLst>
    <pc:chgData name="Le, Kenton" userId="S::kxl220030@utdallas.edu::c6e8ad0b-0c60-43cc-89f2-582f3680a89e" providerId="AD" clId="Web-{9BE3CBE8-384E-2C10-8A95-B0606F83FDEF}"/>
    <pc:docChg chg="modSld">
      <pc:chgData name="Le, Kenton" userId="S::kxl220030@utdallas.edu::c6e8ad0b-0c60-43cc-89f2-582f3680a89e" providerId="AD" clId="Web-{9BE3CBE8-384E-2C10-8A95-B0606F83FDEF}" dt="2025-11-18T19:18:11.642" v="13"/>
      <pc:docMkLst>
        <pc:docMk/>
      </pc:docMkLst>
      <pc:sldChg chg="addSp delSp modSp">
        <pc:chgData name="Le, Kenton" userId="S::kxl220030@utdallas.edu::c6e8ad0b-0c60-43cc-89f2-582f3680a89e" providerId="AD" clId="Web-{9BE3CBE8-384E-2C10-8A95-B0606F83FDEF}" dt="2025-11-18T19:18:11.642" v="13"/>
        <pc:sldMkLst>
          <pc:docMk/>
          <pc:sldMk cId="1651692445" sldId="262"/>
        </pc:sldMkLst>
        <pc:spChg chg="del mod">
          <ac:chgData name="Le, Kenton" userId="S::kxl220030@utdallas.edu::c6e8ad0b-0c60-43cc-89f2-582f3680a89e" providerId="AD" clId="Web-{9BE3CBE8-384E-2C10-8A95-B0606F83FDEF}" dt="2025-11-18T18:49:27.086" v="9"/>
          <ac:spMkLst>
            <pc:docMk/>
            <pc:sldMk cId="1651692445" sldId="262"/>
            <ac:spMk id="2" creationId="{F7EFE92B-EF1E-ED4A-F5D0-42429ED2B2F8}"/>
          </ac:spMkLst>
        </pc:spChg>
        <pc:spChg chg="add mod">
          <ac:chgData name="Le, Kenton" userId="S::kxl220030@utdallas.edu::c6e8ad0b-0c60-43cc-89f2-582f3680a89e" providerId="AD" clId="Web-{9BE3CBE8-384E-2C10-8A95-B0606F83FDEF}" dt="2025-11-18T19:18:11.642" v="13"/>
          <ac:spMkLst>
            <pc:docMk/>
            <pc:sldMk cId="1651692445" sldId="262"/>
            <ac:spMk id="3" creationId="{EBF5A637-B48B-3BE3-997B-B44B9621397F}"/>
          </ac:spMkLst>
        </pc:spChg>
        <pc:spChg chg="del mod">
          <ac:chgData name="Le, Kenton" userId="S::kxl220030@utdallas.edu::c6e8ad0b-0c60-43cc-89f2-582f3680a89e" providerId="AD" clId="Web-{9BE3CBE8-384E-2C10-8A95-B0606F83FDEF}" dt="2025-11-18T18:45:19.269" v="1"/>
          <ac:spMkLst>
            <pc:docMk/>
            <pc:sldMk cId="1651692445" sldId="262"/>
            <ac:spMk id="3" creationId="{F37A3F0B-EB3A-668B-239F-B238F097A1F2}"/>
          </ac:spMkLst>
        </pc:spChg>
        <pc:spChg chg="add del mod">
          <ac:chgData name="Le, Kenton" userId="S::kxl220030@utdallas.edu::c6e8ad0b-0c60-43cc-89f2-582f3680a89e" providerId="AD" clId="Web-{9BE3CBE8-384E-2C10-8A95-B0606F83FDEF}" dt="2025-11-18T18:49:48.914" v="12"/>
          <ac:spMkLst>
            <pc:docMk/>
            <pc:sldMk cId="1651692445" sldId="262"/>
            <ac:spMk id="5" creationId="{7423E401-8F00-8380-21B8-513B324A8EFE}"/>
          </ac:spMkLst>
        </pc:spChg>
        <pc:picChg chg="add del mod ord">
          <ac:chgData name="Le, Kenton" userId="S::kxl220030@utdallas.edu::c6e8ad0b-0c60-43cc-89f2-582f3680a89e" providerId="AD" clId="Web-{9BE3CBE8-384E-2C10-8A95-B0606F83FDEF}" dt="2025-11-18T19:18:11.642" v="13"/>
          <ac:picMkLst>
            <pc:docMk/>
            <pc:sldMk cId="1651692445" sldId="262"/>
            <ac:picMk id="4" creationId="{4B90148C-715D-F650-2EAD-10393B75E2A0}"/>
          </ac:picMkLst>
        </pc:picChg>
      </pc:sldChg>
    </pc:docChg>
  </pc:docChgLst>
  <pc:docChgLst>
    <pc:chgData name="Le, Kenton" userId="S::kxl220030@utdallas.edu::c6e8ad0b-0c60-43cc-89f2-582f3680a89e" providerId="AD" clId="Web-{0FD75ABA-2975-3407-6E59-BFEA26DC0D90}"/>
    <pc:docChg chg="modSld">
      <pc:chgData name="Le, Kenton" userId="S::kxl220030@utdallas.edu::c6e8ad0b-0c60-43cc-89f2-582f3680a89e" providerId="AD" clId="Web-{0FD75ABA-2975-3407-6E59-BFEA26DC0D90}" dt="2025-11-18T07:58:24.974" v="162" actId="20577"/>
      <pc:docMkLst>
        <pc:docMk/>
      </pc:docMkLst>
      <pc:sldChg chg="modSp">
        <pc:chgData name="Le, Kenton" userId="S::kxl220030@utdallas.edu::c6e8ad0b-0c60-43cc-89f2-582f3680a89e" providerId="AD" clId="Web-{0FD75ABA-2975-3407-6E59-BFEA26DC0D90}" dt="2025-11-18T07:58:24.974" v="162" actId="20577"/>
        <pc:sldMkLst>
          <pc:docMk/>
          <pc:sldMk cId="1651692445" sldId="262"/>
        </pc:sldMkLst>
        <pc:spChg chg="mod">
          <ac:chgData name="Le, Kenton" userId="S::kxl220030@utdallas.edu::c6e8ad0b-0c60-43cc-89f2-582f3680a89e" providerId="AD" clId="Web-{0FD75ABA-2975-3407-6E59-BFEA26DC0D90}" dt="2025-11-18T07:58:24.974" v="162" actId="20577"/>
          <ac:spMkLst>
            <pc:docMk/>
            <pc:sldMk cId="1651692445" sldId="262"/>
            <ac:spMk id="3" creationId="{F37A3F0B-EB3A-668B-239F-B238F097A1F2}"/>
          </ac:spMkLst>
        </pc:spChg>
      </pc:sldChg>
    </pc:docChg>
  </pc:docChgLst>
  <pc:docChgLst>
    <pc:chgData name="Powers, Mason Davis" userId="S::mdp220002@utdallas.edu::9c8dbad7-e5d9-4ef3-9fc5-4c6c30b6e4a7" providerId="AD" clId="Web-{AF9F4EB9-1D69-7849-FF1F-AEF1DB8A0C9C}"/>
    <pc:docChg chg="modSld">
      <pc:chgData name="Powers, Mason Davis" userId="S::mdp220002@utdallas.edu::9c8dbad7-e5d9-4ef3-9fc5-4c6c30b6e4a7" providerId="AD" clId="Web-{AF9F4EB9-1D69-7849-FF1F-AEF1DB8A0C9C}" dt="2025-11-18T06:32:12.827" v="124" actId="1076"/>
      <pc:docMkLst>
        <pc:docMk/>
      </pc:docMkLst>
      <pc:sldChg chg="addSp modSp">
        <pc:chgData name="Powers, Mason Davis" userId="S::mdp220002@utdallas.edu::9c8dbad7-e5d9-4ef3-9fc5-4c6c30b6e4a7" providerId="AD" clId="Web-{AF9F4EB9-1D69-7849-FF1F-AEF1DB8A0C9C}" dt="2025-11-18T03:11:36.759" v="93" actId="1076"/>
        <pc:sldMkLst>
          <pc:docMk/>
          <pc:sldMk cId="1519195774" sldId="261"/>
        </pc:sldMkLst>
        <pc:spChg chg="add mod">
          <ac:chgData name="Powers, Mason Davis" userId="S::mdp220002@utdallas.edu::9c8dbad7-e5d9-4ef3-9fc5-4c6c30b6e4a7" providerId="AD" clId="Web-{AF9F4EB9-1D69-7849-FF1F-AEF1DB8A0C9C}" dt="2025-11-18T03:11:36.759" v="93" actId="1076"/>
          <ac:spMkLst>
            <pc:docMk/>
            <pc:sldMk cId="1519195774" sldId="261"/>
            <ac:spMk id="3" creationId="{85C21D52-3C17-3AE0-5F97-E4287062215D}"/>
          </ac:spMkLst>
        </pc:spChg>
        <pc:graphicFrameChg chg="mod modGraphic">
          <ac:chgData name="Powers, Mason Davis" userId="S::mdp220002@utdallas.edu::9c8dbad7-e5d9-4ef3-9fc5-4c6c30b6e4a7" providerId="AD" clId="Web-{AF9F4EB9-1D69-7849-FF1F-AEF1DB8A0C9C}" dt="2025-11-18T03:10:55.835" v="33"/>
          <ac:graphicFrameMkLst>
            <pc:docMk/>
            <pc:sldMk cId="1519195774" sldId="261"/>
            <ac:graphicFrameMk id="4" creationId="{23DB1229-2A65-59BB-C9FA-C62E25F85DF0}"/>
          </ac:graphicFrameMkLst>
        </pc:graphicFrameChg>
      </pc:sldChg>
      <pc:sldChg chg="modSp">
        <pc:chgData name="Powers, Mason Davis" userId="S::mdp220002@utdallas.edu::9c8dbad7-e5d9-4ef3-9fc5-4c6c30b6e4a7" providerId="AD" clId="Web-{AF9F4EB9-1D69-7849-FF1F-AEF1DB8A0C9C}" dt="2025-11-18T06:27:20.539" v="111" actId="20577"/>
        <pc:sldMkLst>
          <pc:docMk/>
          <pc:sldMk cId="2744855315" sldId="270"/>
        </pc:sldMkLst>
        <pc:spChg chg="mod">
          <ac:chgData name="Powers, Mason Davis" userId="S::mdp220002@utdallas.edu::9c8dbad7-e5d9-4ef3-9fc5-4c6c30b6e4a7" providerId="AD" clId="Web-{AF9F4EB9-1D69-7849-FF1F-AEF1DB8A0C9C}" dt="2025-11-18T06:27:20.539" v="111" actId="20577"/>
          <ac:spMkLst>
            <pc:docMk/>
            <pc:sldMk cId="2744855315" sldId="270"/>
            <ac:spMk id="5" creationId="{706C2769-4560-2780-3A08-50128968DCD5}"/>
          </ac:spMkLst>
        </pc:spChg>
      </pc:sldChg>
      <pc:sldChg chg="addSp delSp modSp mod setBg">
        <pc:chgData name="Powers, Mason Davis" userId="S::mdp220002@utdallas.edu::9c8dbad7-e5d9-4ef3-9fc5-4c6c30b6e4a7" providerId="AD" clId="Web-{AF9F4EB9-1D69-7849-FF1F-AEF1DB8A0C9C}" dt="2025-11-18T06:32:12.827" v="124" actId="1076"/>
        <pc:sldMkLst>
          <pc:docMk/>
          <pc:sldMk cId="1443997296" sldId="271"/>
        </pc:sldMkLst>
        <pc:spChg chg="mod">
          <ac:chgData name="Powers, Mason Davis" userId="S::mdp220002@utdallas.edu::9c8dbad7-e5d9-4ef3-9fc5-4c6c30b6e4a7" providerId="AD" clId="Web-{AF9F4EB9-1D69-7849-FF1F-AEF1DB8A0C9C}" dt="2025-11-18T06:32:09.468" v="123"/>
          <ac:spMkLst>
            <pc:docMk/>
            <pc:sldMk cId="1443997296" sldId="271"/>
            <ac:spMk id="2" creationId="{7191B776-F3A6-1E62-D82C-64830345404D}"/>
          </ac:spMkLst>
        </pc:spChg>
        <pc:spChg chg="add del">
          <ac:chgData name="Powers, Mason Davis" userId="S::mdp220002@utdallas.edu::9c8dbad7-e5d9-4ef3-9fc5-4c6c30b6e4a7" providerId="AD" clId="Web-{AF9F4EB9-1D69-7849-FF1F-AEF1DB8A0C9C}" dt="2025-11-18T06:32:09.468" v="123"/>
          <ac:spMkLst>
            <pc:docMk/>
            <pc:sldMk cId="1443997296" sldId="271"/>
            <ac:spMk id="9" creationId="{EE0A6AFF-31CE-4FBB-BD13-D551E15BEC02}"/>
          </ac:spMkLst>
        </pc:spChg>
        <pc:picChg chg="add mod">
          <ac:chgData name="Powers, Mason Davis" userId="S::mdp220002@utdallas.edu::9c8dbad7-e5d9-4ef3-9fc5-4c6c30b6e4a7" providerId="AD" clId="Web-{AF9F4EB9-1D69-7849-FF1F-AEF1DB8A0C9C}" dt="2025-11-18T06:32:09.468" v="123"/>
          <ac:picMkLst>
            <pc:docMk/>
            <pc:sldMk cId="1443997296" sldId="271"/>
            <ac:picMk id="3" creationId="{F5BE3BB1-CCA2-26CC-3469-89006745381E}"/>
          </ac:picMkLst>
        </pc:picChg>
        <pc:picChg chg="mod">
          <ac:chgData name="Powers, Mason Davis" userId="S::mdp220002@utdallas.edu::9c8dbad7-e5d9-4ef3-9fc5-4c6c30b6e4a7" providerId="AD" clId="Web-{AF9F4EB9-1D69-7849-FF1F-AEF1DB8A0C9C}" dt="2025-11-18T06:32:12.827" v="124" actId="1076"/>
          <ac:picMkLst>
            <pc:docMk/>
            <pc:sldMk cId="1443997296" sldId="271"/>
            <ac:picMk id="4" creationId="{BBC00B3C-F6A5-301A-330F-622EF03EFFDD}"/>
          </ac:picMkLst>
        </pc:picChg>
        <pc:picChg chg="mod ord">
          <ac:chgData name="Powers, Mason Davis" userId="S::mdp220002@utdallas.edu::9c8dbad7-e5d9-4ef3-9fc5-4c6c30b6e4a7" providerId="AD" clId="Web-{AF9F4EB9-1D69-7849-FF1F-AEF1DB8A0C9C}" dt="2025-11-18T06:32:09.468" v="123"/>
          <ac:picMkLst>
            <pc:docMk/>
            <pc:sldMk cId="1443997296" sldId="271"/>
            <ac:picMk id="5" creationId="{60B98487-4561-0E21-594F-854A3F55028C}"/>
          </ac:picMkLst>
        </pc:picChg>
      </pc:sldChg>
    </pc:docChg>
  </pc:docChgLst>
  <pc:docChgLst>
    <pc:chgData name="Mercado, Jesus" userId="S::jxm230002@utdallas.edu::6b49895b-6f6e-40f9-b799-20688d354191" providerId="AD" clId="Web-{0F4CF47A-5DBE-97C1-D0CF-FFB9A0E6993A}"/>
    <pc:docChg chg="delSld modSld">
      <pc:chgData name="Mercado, Jesus" userId="S::jxm230002@utdallas.edu::6b49895b-6f6e-40f9-b799-20688d354191" providerId="AD" clId="Web-{0F4CF47A-5DBE-97C1-D0CF-FFB9A0E6993A}" dt="2025-11-18T16:01:09.256" v="316" actId="20577"/>
      <pc:docMkLst>
        <pc:docMk/>
      </pc:docMkLst>
      <pc:sldChg chg="modSp">
        <pc:chgData name="Mercado, Jesus" userId="S::jxm230002@utdallas.edu::6b49895b-6f6e-40f9-b799-20688d354191" providerId="AD" clId="Web-{0F4CF47A-5DBE-97C1-D0CF-FFB9A0E6993A}" dt="2025-11-18T16:01:09.256" v="316" actId="20577"/>
        <pc:sldMkLst>
          <pc:docMk/>
          <pc:sldMk cId="374340918" sldId="263"/>
        </pc:sldMkLst>
        <pc:spChg chg="mod">
          <ac:chgData name="Mercado, Jesus" userId="S::jxm230002@utdallas.edu::6b49895b-6f6e-40f9-b799-20688d354191" providerId="AD" clId="Web-{0F4CF47A-5DBE-97C1-D0CF-FFB9A0E6993A}" dt="2025-11-18T16:01:09.256" v="316" actId="20577"/>
          <ac:spMkLst>
            <pc:docMk/>
            <pc:sldMk cId="374340918" sldId="263"/>
            <ac:spMk id="3" creationId="{61FD973C-2078-80C0-712F-A78D50E867C9}"/>
          </ac:spMkLst>
        </pc:spChg>
      </pc:sldChg>
      <pc:sldChg chg="del">
        <pc:chgData name="Mercado, Jesus" userId="S::jxm230002@utdallas.edu::6b49895b-6f6e-40f9-b799-20688d354191" providerId="AD" clId="Web-{0F4CF47A-5DBE-97C1-D0CF-FFB9A0E6993A}" dt="2025-11-18T15:42:01.713" v="0"/>
        <pc:sldMkLst>
          <pc:docMk/>
          <pc:sldMk cId="2258671992" sldId="264"/>
        </pc:sldMkLst>
      </pc:sldChg>
      <pc:sldChg chg="del">
        <pc:chgData name="Mercado, Jesus" userId="S::jxm230002@utdallas.edu::6b49895b-6f6e-40f9-b799-20688d354191" providerId="AD" clId="Web-{0F4CF47A-5DBE-97C1-D0CF-FFB9A0E6993A}" dt="2025-11-18T15:42:04.760" v="1"/>
        <pc:sldMkLst>
          <pc:docMk/>
          <pc:sldMk cId="3747142078" sldId="265"/>
        </pc:sldMkLst>
      </pc:sldChg>
    </pc:docChg>
  </pc:docChgLst>
  <pc:docChgLst>
    <pc:chgData name="Dye, Anthony William" userId="S::awd240000@utdallas.edu::6b6fbb82-d5b9-4378-99af-d01874b2516d" providerId="AD" clId="Web-{DF16E435-2C71-EE30-D111-B33E289D8991}"/>
    <pc:docChg chg="modSld">
      <pc:chgData name="Dye, Anthony William" userId="S::awd240000@utdallas.edu::6b6fbb82-d5b9-4378-99af-d01874b2516d" providerId="AD" clId="Web-{DF16E435-2C71-EE30-D111-B33E289D8991}" dt="2025-11-18T19:34:30.729" v="36" actId="20577"/>
      <pc:docMkLst>
        <pc:docMk/>
      </pc:docMkLst>
      <pc:sldChg chg="modSp">
        <pc:chgData name="Dye, Anthony William" userId="S::awd240000@utdallas.edu::6b6fbb82-d5b9-4378-99af-d01874b2516d" providerId="AD" clId="Web-{DF16E435-2C71-EE30-D111-B33E289D8991}" dt="2025-11-18T19:34:30.729" v="36" actId="20577"/>
        <pc:sldMkLst>
          <pc:docMk/>
          <pc:sldMk cId="2528682449" sldId="257"/>
        </pc:sldMkLst>
        <pc:spChg chg="mod">
          <ac:chgData name="Dye, Anthony William" userId="S::awd240000@utdallas.edu::6b6fbb82-d5b9-4378-99af-d01874b2516d" providerId="AD" clId="Web-{DF16E435-2C71-EE30-D111-B33E289D8991}" dt="2025-11-18T19:34:30.729" v="36" actId="20577"/>
          <ac:spMkLst>
            <pc:docMk/>
            <pc:sldMk cId="2528682449" sldId="257"/>
            <ac:spMk id="3" creationId="{ECD34ECD-2CC6-6348-803D-5FCCBF9A07E1}"/>
          </ac:spMkLst>
        </pc:spChg>
      </pc:sldChg>
      <pc:sldChg chg="modSp">
        <pc:chgData name="Dye, Anthony William" userId="S::awd240000@utdallas.edu::6b6fbb82-d5b9-4378-99af-d01874b2516d" providerId="AD" clId="Web-{DF16E435-2C71-EE30-D111-B33E289D8991}" dt="2025-11-18T18:49:14.384" v="26" actId="20577"/>
        <pc:sldMkLst>
          <pc:docMk/>
          <pc:sldMk cId="3321480527" sldId="258"/>
        </pc:sldMkLst>
        <pc:spChg chg="mod">
          <ac:chgData name="Dye, Anthony William" userId="S::awd240000@utdallas.edu::6b6fbb82-d5b9-4378-99af-d01874b2516d" providerId="AD" clId="Web-{DF16E435-2C71-EE30-D111-B33E289D8991}" dt="2025-11-18T18:49:14.384" v="26" actId="20577"/>
          <ac:spMkLst>
            <pc:docMk/>
            <pc:sldMk cId="3321480527" sldId="258"/>
            <ac:spMk id="5" creationId="{6FFE4098-3CF1-240B-5E1A-6E3AA4D0491F}"/>
          </ac:spMkLst>
        </pc:spChg>
      </pc:sldChg>
    </pc:docChg>
  </pc:docChgLst>
  <pc:docChgLst>
    <pc:chgData name="Le, Kenton" userId="c6e8ad0b-0c60-43cc-89f2-582f3680a89e" providerId="ADAL" clId="{F33B1EC8-F59C-48F3-930F-11C3CA3BCB98}"/>
    <pc:docChg chg="custSel modSld">
      <pc:chgData name="Le, Kenton" userId="c6e8ad0b-0c60-43cc-89f2-582f3680a89e" providerId="ADAL" clId="{F33B1EC8-F59C-48F3-930F-11C3CA3BCB98}" dt="2025-11-18T21:30:12.530" v="717" actId="20577"/>
      <pc:docMkLst>
        <pc:docMk/>
      </pc:docMkLst>
      <pc:sldChg chg="modSp mod">
        <pc:chgData name="Le, Kenton" userId="c6e8ad0b-0c60-43cc-89f2-582f3680a89e" providerId="ADAL" clId="{F33B1EC8-F59C-48F3-930F-11C3CA3BCB98}" dt="2025-11-18T20:40:00.216" v="0" actId="14100"/>
        <pc:sldMkLst>
          <pc:docMk/>
          <pc:sldMk cId="1651692445" sldId="262"/>
        </pc:sldMkLst>
        <pc:picChg chg="mod">
          <ac:chgData name="Le, Kenton" userId="c6e8ad0b-0c60-43cc-89f2-582f3680a89e" providerId="ADAL" clId="{F33B1EC8-F59C-48F3-930F-11C3CA3BCB98}" dt="2025-11-18T20:40:00.216" v="0" actId="14100"/>
          <ac:picMkLst>
            <pc:docMk/>
            <pc:sldMk cId="1651692445" sldId="262"/>
            <ac:picMk id="2" creationId="{4CB533AA-23E4-AD59-1C3E-7EC6A24B032B}"/>
          </ac:picMkLst>
        </pc:picChg>
      </pc:sldChg>
      <pc:sldChg chg="modNotesTx">
        <pc:chgData name="Le, Kenton" userId="c6e8ad0b-0c60-43cc-89f2-582f3680a89e" providerId="ADAL" clId="{F33B1EC8-F59C-48F3-930F-11C3CA3BCB98}" dt="2025-11-18T21:30:12.530" v="717" actId="20577"/>
        <pc:sldMkLst>
          <pc:docMk/>
          <pc:sldMk cId="374340918" sldId="263"/>
        </pc:sldMkLst>
      </pc:sldChg>
    </pc:docChg>
  </pc:docChgLst>
  <pc:docChgLst>
    <pc:chgData name="Le, Kenton" userId="S::kxl220030@utdallas.edu::c6e8ad0b-0c60-43cc-89f2-582f3680a89e" providerId="AD" clId="Web-{F0BB96ED-3AA3-72DA-12F3-26DC6FBF65E6}"/>
    <pc:docChg chg="modSld">
      <pc:chgData name="Le, Kenton" userId="S::kxl220030@utdallas.edu::c6e8ad0b-0c60-43cc-89f2-582f3680a89e" providerId="AD" clId="Web-{F0BB96ED-3AA3-72DA-12F3-26DC6FBF65E6}" dt="2025-11-18T19:48:22.308" v="41" actId="20577"/>
      <pc:docMkLst>
        <pc:docMk/>
      </pc:docMkLst>
      <pc:sldChg chg="addSp delSp modSp">
        <pc:chgData name="Le, Kenton" userId="S::kxl220030@utdallas.edu::c6e8ad0b-0c60-43cc-89f2-582f3680a89e" providerId="AD" clId="Web-{F0BB96ED-3AA3-72DA-12F3-26DC6FBF65E6}" dt="2025-11-18T19:20:25.998" v="5" actId="14100"/>
        <pc:sldMkLst>
          <pc:docMk/>
          <pc:sldMk cId="1651692445" sldId="262"/>
        </pc:sldMkLst>
        <pc:spChg chg="del">
          <ac:chgData name="Le, Kenton" userId="S::kxl220030@utdallas.edu::c6e8ad0b-0c60-43cc-89f2-582f3680a89e" providerId="AD" clId="Web-{F0BB96ED-3AA3-72DA-12F3-26DC6FBF65E6}" dt="2025-11-18T19:20:07.279" v="0"/>
          <ac:spMkLst>
            <pc:docMk/>
            <pc:sldMk cId="1651692445" sldId="262"/>
            <ac:spMk id="3" creationId="{EBF5A637-B48B-3BE3-997B-B44B9621397F}"/>
          </ac:spMkLst>
        </pc:spChg>
        <pc:picChg chg="add mod ord">
          <ac:chgData name="Le, Kenton" userId="S::kxl220030@utdallas.edu::c6e8ad0b-0c60-43cc-89f2-582f3680a89e" providerId="AD" clId="Web-{F0BB96ED-3AA3-72DA-12F3-26DC6FBF65E6}" dt="2025-11-18T19:20:25.998" v="5" actId="14100"/>
          <ac:picMkLst>
            <pc:docMk/>
            <pc:sldMk cId="1651692445" sldId="262"/>
            <ac:picMk id="2" creationId="{4CB533AA-23E4-AD59-1C3E-7EC6A24B032B}"/>
          </ac:picMkLst>
        </pc:picChg>
      </pc:sldChg>
      <pc:sldChg chg="modSp">
        <pc:chgData name="Le, Kenton" userId="S::kxl220030@utdallas.edu::c6e8ad0b-0c60-43cc-89f2-582f3680a89e" providerId="AD" clId="Web-{F0BB96ED-3AA3-72DA-12F3-26DC6FBF65E6}" dt="2025-11-18T19:48:22.308" v="41" actId="20577"/>
        <pc:sldMkLst>
          <pc:docMk/>
          <pc:sldMk cId="374340918" sldId="263"/>
        </pc:sldMkLst>
        <pc:spChg chg="mod">
          <ac:chgData name="Le, Kenton" userId="S::kxl220030@utdallas.edu::c6e8ad0b-0c60-43cc-89f2-582f3680a89e" providerId="AD" clId="Web-{F0BB96ED-3AA3-72DA-12F3-26DC6FBF65E6}" dt="2025-11-18T19:48:22.308" v="41" actId="20577"/>
          <ac:spMkLst>
            <pc:docMk/>
            <pc:sldMk cId="374340918" sldId="263"/>
            <ac:spMk id="3" creationId="{61FD973C-2078-80C0-712F-A78D50E867C9}"/>
          </ac:spMkLst>
        </pc:spChg>
      </pc:sldChg>
    </pc:docChg>
  </pc:docChgLst>
  <pc:docChgLst>
    <pc:chgData name="Powers, Mason Davis" userId="S::mdp220002@utdallas.edu::9c8dbad7-e5d9-4ef3-9fc5-4c6c30b6e4a7" providerId="AD" clId="Web-{F755D290-CBFD-141E-1907-E4C2473C9C1A}"/>
    <pc:docChg chg="modSld sldOrd">
      <pc:chgData name="Powers, Mason Davis" userId="S::mdp220002@utdallas.edu::9c8dbad7-e5d9-4ef3-9fc5-4c6c30b6e4a7" providerId="AD" clId="Web-{F755D290-CBFD-141E-1907-E4C2473C9C1A}" dt="2025-11-17T12:27:44.685" v="90"/>
      <pc:docMkLst>
        <pc:docMk/>
      </pc:docMkLst>
      <pc:sldChg chg="modSp ord">
        <pc:chgData name="Powers, Mason Davis" userId="S::mdp220002@utdallas.edu::9c8dbad7-e5d9-4ef3-9fc5-4c6c30b6e4a7" providerId="AD" clId="Web-{F755D290-CBFD-141E-1907-E4C2473C9C1A}" dt="2025-11-17T12:01:05.580" v="31" actId="20577"/>
        <pc:sldMkLst>
          <pc:docMk/>
          <pc:sldMk cId="1519195774" sldId="261"/>
        </pc:sldMkLst>
        <pc:spChg chg="mod">
          <ac:chgData name="Powers, Mason Davis" userId="S::mdp220002@utdallas.edu::9c8dbad7-e5d9-4ef3-9fc5-4c6c30b6e4a7" providerId="AD" clId="Web-{F755D290-CBFD-141E-1907-E4C2473C9C1A}" dt="2025-11-17T12:01:05.580" v="31" actId="20577"/>
          <ac:spMkLst>
            <pc:docMk/>
            <pc:sldMk cId="1519195774" sldId="261"/>
            <ac:spMk id="2" creationId="{4C800819-DA30-D2A6-2CEC-0503C8395F05}"/>
          </ac:spMkLst>
        </pc:spChg>
      </pc:sldChg>
      <pc:sldChg chg="addSp delSp modSp">
        <pc:chgData name="Powers, Mason Davis" userId="S::mdp220002@utdallas.edu::9c8dbad7-e5d9-4ef3-9fc5-4c6c30b6e4a7" providerId="AD" clId="Web-{F755D290-CBFD-141E-1907-E4C2473C9C1A}" dt="2025-11-17T12:27:44.685" v="90"/>
        <pc:sldMkLst>
          <pc:docMk/>
          <pc:sldMk cId="2744855315" sldId="270"/>
        </pc:sldMkLst>
        <pc:spChg chg="mod">
          <ac:chgData name="Powers, Mason Davis" userId="S::mdp220002@utdallas.edu::9c8dbad7-e5d9-4ef3-9fc5-4c6c30b6e4a7" providerId="AD" clId="Web-{F755D290-CBFD-141E-1907-E4C2473C9C1A}" dt="2025-11-17T12:00:48.314" v="25" actId="20577"/>
          <ac:spMkLst>
            <pc:docMk/>
            <pc:sldMk cId="2744855315" sldId="270"/>
            <ac:spMk id="2" creationId="{E39E2584-892C-733A-D692-B9825705239F}"/>
          </ac:spMkLst>
        </pc:spChg>
        <pc:spChg chg="add del mod">
          <ac:chgData name="Powers, Mason Davis" userId="S::mdp220002@utdallas.edu::9c8dbad7-e5d9-4ef3-9fc5-4c6c30b6e4a7" providerId="AD" clId="Web-{F755D290-CBFD-141E-1907-E4C2473C9C1A}" dt="2025-11-17T12:05:16.437" v="37"/>
          <ac:spMkLst>
            <pc:docMk/>
            <pc:sldMk cId="2744855315" sldId="270"/>
            <ac:spMk id="3" creationId="{858234F3-2183-B9CF-5DD6-E31ECCBFF659}"/>
          </ac:spMkLst>
        </pc:spChg>
        <pc:spChg chg="add del mod">
          <ac:chgData name="Powers, Mason Davis" userId="S::mdp220002@utdallas.edu::9c8dbad7-e5d9-4ef3-9fc5-4c6c30b6e4a7" providerId="AD" clId="Web-{F755D290-CBFD-141E-1907-E4C2473C9C1A}" dt="2025-11-17T12:08:58.491" v="51"/>
          <ac:spMkLst>
            <pc:docMk/>
            <pc:sldMk cId="2744855315" sldId="270"/>
            <ac:spMk id="8" creationId="{58C253BE-3B81-D07B-5F91-8E79FB07B8B6}"/>
          </ac:spMkLst>
        </pc:spChg>
        <pc:spChg chg="add del mod">
          <ac:chgData name="Powers, Mason Davis" userId="S::mdp220002@utdallas.edu::9c8dbad7-e5d9-4ef3-9fc5-4c6c30b6e4a7" providerId="AD" clId="Web-{F755D290-CBFD-141E-1907-E4C2473C9C1A}" dt="2025-11-17T12:10:03.242" v="58"/>
          <ac:spMkLst>
            <pc:docMk/>
            <pc:sldMk cId="2744855315" sldId="270"/>
            <ac:spMk id="11" creationId="{54B5D0DD-B79F-ADFB-A11B-8EB6218A34D5}"/>
          </ac:spMkLst>
        </pc:spChg>
        <pc:spChg chg="add del">
          <ac:chgData name="Powers, Mason Davis" userId="S::mdp220002@utdallas.edu::9c8dbad7-e5d9-4ef3-9fc5-4c6c30b6e4a7" providerId="AD" clId="Web-{F755D290-CBFD-141E-1907-E4C2473C9C1A}" dt="2025-11-17T12:12:59.823" v="85"/>
          <ac:spMkLst>
            <pc:docMk/>
            <pc:sldMk cId="2744855315" sldId="270"/>
            <ac:spMk id="15" creationId="{8E9B4F6D-6414-EE4C-E596-98EC5FC1D073}"/>
          </ac:spMkLst>
        </pc:spChg>
        <pc:spChg chg="add del mod">
          <ac:chgData name="Powers, Mason Davis" userId="S::mdp220002@utdallas.edu::9c8dbad7-e5d9-4ef3-9fc5-4c6c30b6e4a7" providerId="AD" clId="Web-{F755D290-CBFD-141E-1907-E4C2473C9C1A}" dt="2025-11-17T12:14:47.365" v="89"/>
          <ac:spMkLst>
            <pc:docMk/>
            <pc:sldMk cId="2744855315" sldId="270"/>
            <ac:spMk id="16" creationId="{B18012A5-D7D2-11CE-3CC6-F9AE2A1E6D29}"/>
          </ac:spMkLst>
        </pc:spChg>
        <pc:spChg chg="add">
          <ac:chgData name="Powers, Mason Davis" userId="S::mdp220002@utdallas.edu::9c8dbad7-e5d9-4ef3-9fc5-4c6c30b6e4a7" providerId="AD" clId="Web-{F755D290-CBFD-141E-1907-E4C2473C9C1A}" dt="2025-11-17T12:27:44.685" v="90"/>
          <ac:spMkLst>
            <pc:docMk/>
            <pc:sldMk cId="2744855315" sldId="270"/>
            <ac:spMk id="17" creationId="{03449FA0-ED8D-1802-1B5E-0AD5D2143BE5}"/>
          </ac:spMkLst>
        </pc:spChg>
        <pc:picChg chg="add del mod ord">
          <ac:chgData name="Powers, Mason Davis" userId="S::mdp220002@utdallas.edu::9c8dbad7-e5d9-4ef3-9fc5-4c6c30b6e4a7" providerId="AD" clId="Web-{F755D290-CBFD-141E-1907-E4C2473C9C1A}" dt="2025-11-17T12:05:10.562" v="36"/>
          <ac:picMkLst>
            <pc:docMk/>
            <pc:sldMk cId="2744855315" sldId="270"/>
            <ac:picMk id="4" creationId="{259398BC-5009-F6F3-2A2C-D1A81A5937EE}"/>
          </ac:picMkLst>
        </pc:picChg>
        <pc:picChg chg="add del mod ord">
          <ac:chgData name="Powers, Mason Davis" userId="S::mdp220002@utdallas.edu::9c8dbad7-e5d9-4ef3-9fc5-4c6c30b6e4a7" providerId="AD" clId="Web-{F755D290-CBFD-141E-1907-E4C2473C9C1A}" dt="2025-11-17T12:08:50.538" v="49"/>
          <ac:picMkLst>
            <pc:docMk/>
            <pc:sldMk cId="2744855315" sldId="270"/>
            <ac:picMk id="5" creationId="{5D74D049-FD18-CC13-17A9-9C5D8D1528C1}"/>
          </ac:picMkLst>
        </pc:picChg>
        <pc:picChg chg="add del mod ord">
          <ac:chgData name="Powers, Mason Davis" userId="S::mdp220002@utdallas.edu::9c8dbad7-e5d9-4ef3-9fc5-4c6c30b6e4a7" providerId="AD" clId="Web-{F755D290-CBFD-141E-1907-E4C2473C9C1A}" dt="2025-11-17T12:09:01.319" v="53"/>
          <ac:picMkLst>
            <pc:docMk/>
            <pc:sldMk cId="2744855315" sldId="270"/>
            <ac:picMk id="6" creationId="{8C0E0890-0FB3-14CE-75BE-BADF570032AD}"/>
          </ac:picMkLst>
        </pc:picChg>
        <pc:picChg chg="add del mod ord">
          <ac:chgData name="Powers, Mason Davis" userId="S::mdp220002@utdallas.edu::9c8dbad7-e5d9-4ef3-9fc5-4c6c30b6e4a7" providerId="AD" clId="Web-{F755D290-CBFD-141E-1907-E4C2473C9C1A}" dt="2025-11-17T12:10:01.211" v="57"/>
          <ac:picMkLst>
            <pc:docMk/>
            <pc:sldMk cId="2744855315" sldId="270"/>
            <ac:picMk id="9" creationId="{500B8A72-1D9F-536D-9B46-D2947DA00437}"/>
          </ac:picMkLst>
        </pc:picChg>
        <pc:picChg chg="add mod ord">
          <ac:chgData name="Powers, Mason Davis" userId="S::mdp220002@utdallas.edu::9c8dbad7-e5d9-4ef3-9fc5-4c6c30b6e4a7" providerId="AD" clId="Web-{F755D290-CBFD-141E-1907-E4C2473C9C1A}" dt="2025-11-17T12:12:46.464" v="83" actId="1076"/>
          <ac:picMkLst>
            <pc:docMk/>
            <pc:sldMk cId="2744855315" sldId="270"/>
            <ac:picMk id="12" creationId="{AEA16504-F97C-E2AF-A122-67A1211021F3}"/>
          </ac:picMkLst>
        </pc:picChg>
        <pc:picChg chg="add del mod">
          <ac:chgData name="Powers, Mason Davis" userId="S::mdp220002@utdallas.edu::9c8dbad7-e5d9-4ef3-9fc5-4c6c30b6e4a7" providerId="AD" clId="Web-{F755D290-CBFD-141E-1907-E4C2473C9C1A}" dt="2025-11-17T12:12:40.557" v="80"/>
          <ac:picMkLst>
            <pc:docMk/>
            <pc:sldMk cId="2744855315" sldId="270"/>
            <ac:picMk id="13" creationId="{5FF680EC-BD44-D2F2-1CD1-19BD9D56D895}"/>
          </ac:picMkLst>
        </pc:picChg>
        <pc:picChg chg="add del mod">
          <ac:chgData name="Powers, Mason Davis" userId="S::mdp220002@utdallas.edu::9c8dbad7-e5d9-4ef3-9fc5-4c6c30b6e4a7" providerId="AD" clId="Web-{F755D290-CBFD-141E-1907-E4C2473C9C1A}" dt="2025-11-17T12:12:39.714" v="79"/>
          <ac:picMkLst>
            <pc:docMk/>
            <pc:sldMk cId="2744855315" sldId="270"/>
            <ac:picMk id="14" creationId="{3448BD6C-FB7A-95A5-E09B-892D8E1A9B71}"/>
          </ac:picMkLst>
        </pc:picChg>
      </pc:sldChg>
      <pc:sldChg chg="modSp">
        <pc:chgData name="Powers, Mason Davis" userId="S::mdp220002@utdallas.edu::9c8dbad7-e5d9-4ef3-9fc5-4c6c30b6e4a7" providerId="AD" clId="Web-{F755D290-CBFD-141E-1907-E4C2473C9C1A}" dt="2025-11-17T12:00:26.312" v="18" actId="20577"/>
        <pc:sldMkLst>
          <pc:docMk/>
          <pc:sldMk cId="1443997296" sldId="271"/>
        </pc:sldMkLst>
        <pc:spChg chg="mod">
          <ac:chgData name="Powers, Mason Davis" userId="S::mdp220002@utdallas.edu::9c8dbad7-e5d9-4ef3-9fc5-4c6c30b6e4a7" providerId="AD" clId="Web-{F755D290-CBFD-141E-1907-E4C2473C9C1A}" dt="2025-11-17T12:00:26.312" v="18" actId="20577"/>
          <ac:spMkLst>
            <pc:docMk/>
            <pc:sldMk cId="1443997296" sldId="271"/>
            <ac:spMk id="2" creationId="{7191B776-F3A6-1E62-D82C-64830345404D}"/>
          </ac:spMkLst>
        </pc:spChg>
      </pc:sldChg>
    </pc:docChg>
  </pc:docChgLst>
  <pc:docChgLst>
    <pc:chgData name="Powers, Mason Davis" userId="S::mdp220002@utdallas.edu::9c8dbad7-e5d9-4ef3-9fc5-4c6c30b6e4a7" providerId="AD" clId="Web-{5B38B801-4DF6-1A96-4D1E-9BD3285DF68B}"/>
    <pc:docChg chg="modSld">
      <pc:chgData name="Powers, Mason Davis" userId="S::mdp220002@utdallas.edu::9c8dbad7-e5d9-4ef3-9fc5-4c6c30b6e4a7" providerId="AD" clId="Web-{5B38B801-4DF6-1A96-4D1E-9BD3285DF68B}" dt="2025-11-17T05:30:25.901" v="6" actId="20577"/>
      <pc:docMkLst>
        <pc:docMk/>
      </pc:docMkLst>
      <pc:sldChg chg="modSp">
        <pc:chgData name="Powers, Mason Davis" userId="S::mdp220002@utdallas.edu::9c8dbad7-e5d9-4ef3-9fc5-4c6c30b6e4a7" providerId="AD" clId="Web-{5B38B801-4DF6-1A96-4D1E-9BD3285DF68B}" dt="2025-11-17T05:30:25.901" v="6" actId="20577"/>
        <pc:sldMkLst>
          <pc:docMk/>
          <pc:sldMk cId="1247355738" sldId="256"/>
        </pc:sldMkLst>
        <pc:spChg chg="mod">
          <ac:chgData name="Powers, Mason Davis" userId="S::mdp220002@utdallas.edu::9c8dbad7-e5d9-4ef3-9fc5-4c6c30b6e4a7" providerId="AD" clId="Web-{5B38B801-4DF6-1A96-4D1E-9BD3285DF68B}" dt="2025-11-17T05:30:25.901" v="6" actId="20577"/>
          <ac:spMkLst>
            <pc:docMk/>
            <pc:sldMk cId="1247355738" sldId="256"/>
            <ac:spMk id="3" creationId="{1F097E54-0CE2-EB84-632A-6A02E18C7855}"/>
          </ac:spMkLst>
        </pc:spChg>
      </pc:sldChg>
    </pc:docChg>
  </pc:docChgLst>
  <pc:docChgLst>
    <pc:chgData name="Benitez, Marcos" userId="c28a69d4-6967-4dab-a771-00b5b460614a" providerId="ADAL" clId="{13327944-0ECE-490C-9581-E41268728F32}"/>
    <pc:docChg chg="custSel addSld modSld">
      <pc:chgData name="Benitez, Marcos" userId="c28a69d4-6967-4dab-a771-00b5b460614a" providerId="ADAL" clId="{13327944-0ECE-490C-9581-E41268728F32}" dt="2025-11-18T18:22:34.173" v="88" actId="1076"/>
      <pc:docMkLst>
        <pc:docMk/>
      </pc:docMkLst>
      <pc:sldChg chg="modSp new mod">
        <pc:chgData name="Benitez, Marcos" userId="c28a69d4-6967-4dab-a771-00b5b460614a" providerId="ADAL" clId="{13327944-0ECE-490C-9581-E41268728F32}" dt="2025-11-18T18:18:41.739" v="3" actId="1076"/>
        <pc:sldMkLst>
          <pc:docMk/>
          <pc:sldMk cId="120374714" sldId="274"/>
        </pc:sldMkLst>
        <pc:spChg chg="mod">
          <ac:chgData name="Benitez, Marcos" userId="c28a69d4-6967-4dab-a771-00b5b460614a" providerId="ADAL" clId="{13327944-0ECE-490C-9581-E41268728F32}" dt="2025-11-18T18:18:41.739" v="3" actId="1076"/>
          <ac:spMkLst>
            <pc:docMk/>
            <pc:sldMk cId="120374714" sldId="274"/>
            <ac:spMk id="2" creationId="{6AB7DC1A-26CC-2E8B-E3D6-F9C51B0AA670}"/>
          </ac:spMkLst>
        </pc:spChg>
        <pc:spChg chg="mod">
          <ac:chgData name="Benitez, Marcos" userId="c28a69d4-6967-4dab-a771-00b5b460614a" providerId="ADAL" clId="{13327944-0ECE-490C-9581-E41268728F32}" dt="2025-11-18T18:18:33.507" v="2"/>
          <ac:spMkLst>
            <pc:docMk/>
            <pc:sldMk cId="120374714" sldId="274"/>
            <ac:spMk id="3" creationId="{CB7B43AB-D7D3-EEF3-DFC8-C589E1210EB3}"/>
          </ac:spMkLst>
        </pc:spChg>
      </pc:sldChg>
      <pc:sldChg chg="addSp modSp new mod">
        <pc:chgData name="Benitez, Marcos" userId="c28a69d4-6967-4dab-a771-00b5b460614a" providerId="ADAL" clId="{13327944-0ECE-490C-9581-E41268728F32}" dt="2025-11-18T18:19:21.814" v="9"/>
        <pc:sldMkLst>
          <pc:docMk/>
          <pc:sldMk cId="4212518315" sldId="275"/>
        </pc:sldMkLst>
        <pc:spChg chg="mod">
          <ac:chgData name="Benitez, Marcos" userId="c28a69d4-6967-4dab-a771-00b5b460614a" providerId="ADAL" clId="{13327944-0ECE-490C-9581-E41268728F32}" dt="2025-11-18T18:19:10.139" v="6" actId="14100"/>
          <ac:spMkLst>
            <pc:docMk/>
            <pc:sldMk cId="4212518315" sldId="275"/>
            <ac:spMk id="2" creationId="{1F159F55-B0D3-4A96-BE21-DFF29DB6318C}"/>
          </ac:spMkLst>
        </pc:spChg>
        <pc:spChg chg="mod">
          <ac:chgData name="Benitez, Marcos" userId="c28a69d4-6967-4dab-a771-00b5b460614a" providerId="ADAL" clId="{13327944-0ECE-490C-9581-E41268728F32}" dt="2025-11-18T18:19:18.742" v="8" actId="14100"/>
          <ac:spMkLst>
            <pc:docMk/>
            <pc:sldMk cId="4212518315" sldId="275"/>
            <ac:spMk id="3" creationId="{D93035ED-450E-EF85-E4FB-4F690BA15A24}"/>
          </ac:spMkLst>
        </pc:spChg>
        <pc:picChg chg="add mod">
          <ac:chgData name="Benitez, Marcos" userId="c28a69d4-6967-4dab-a771-00b5b460614a" providerId="ADAL" clId="{13327944-0ECE-490C-9581-E41268728F32}" dt="2025-11-18T18:19:21.814" v="9"/>
          <ac:picMkLst>
            <pc:docMk/>
            <pc:sldMk cId="4212518315" sldId="275"/>
            <ac:picMk id="4" creationId="{F5E1E4B2-ACDA-359E-05D5-F639557C3497}"/>
          </ac:picMkLst>
        </pc:picChg>
      </pc:sldChg>
      <pc:sldChg chg="addSp delSp modSp new mod">
        <pc:chgData name="Benitez, Marcos" userId="c28a69d4-6967-4dab-a771-00b5b460614a" providerId="ADAL" clId="{13327944-0ECE-490C-9581-E41268728F32}" dt="2025-11-18T18:20:04.459" v="32" actId="1076"/>
        <pc:sldMkLst>
          <pc:docMk/>
          <pc:sldMk cId="4014016247" sldId="276"/>
        </pc:sldMkLst>
        <pc:spChg chg="mod">
          <ac:chgData name="Benitez, Marcos" userId="c28a69d4-6967-4dab-a771-00b5b460614a" providerId="ADAL" clId="{13327944-0ECE-490C-9581-E41268728F32}" dt="2025-11-18T18:19:49.752" v="27" actId="1076"/>
          <ac:spMkLst>
            <pc:docMk/>
            <pc:sldMk cId="4014016247" sldId="276"/>
            <ac:spMk id="2" creationId="{96C0A577-6732-60FD-8A4D-E2540A09EEEF}"/>
          </ac:spMkLst>
        </pc:spChg>
        <pc:spChg chg="del">
          <ac:chgData name="Benitez, Marcos" userId="c28a69d4-6967-4dab-a771-00b5b460614a" providerId="ADAL" clId="{13327944-0ECE-490C-9581-E41268728F32}" dt="2025-11-18T18:19:39.019" v="24"/>
          <ac:spMkLst>
            <pc:docMk/>
            <pc:sldMk cId="4014016247" sldId="276"/>
            <ac:spMk id="3" creationId="{88178F21-D654-4C90-796A-9A2054AC26A1}"/>
          </ac:spMkLst>
        </pc:spChg>
        <pc:picChg chg="add mod">
          <ac:chgData name="Benitez, Marcos" userId="c28a69d4-6967-4dab-a771-00b5b460614a" providerId="ADAL" clId="{13327944-0ECE-490C-9581-E41268728F32}" dt="2025-11-18T18:20:04.459" v="32" actId="1076"/>
          <ac:picMkLst>
            <pc:docMk/>
            <pc:sldMk cId="4014016247" sldId="276"/>
            <ac:picMk id="4" creationId="{B81B1C92-7F63-0776-31DF-9920BDA73195}"/>
          </ac:picMkLst>
        </pc:picChg>
      </pc:sldChg>
      <pc:sldChg chg="modSp new mod">
        <pc:chgData name="Benitez, Marcos" userId="c28a69d4-6967-4dab-a771-00b5b460614a" providerId="ADAL" clId="{13327944-0ECE-490C-9581-E41268728F32}" dt="2025-11-18T18:20:17.028" v="41"/>
        <pc:sldMkLst>
          <pc:docMk/>
          <pc:sldMk cId="3769922311" sldId="277"/>
        </pc:sldMkLst>
        <pc:spChg chg="mod">
          <ac:chgData name="Benitez, Marcos" userId="c28a69d4-6967-4dab-a771-00b5b460614a" providerId="ADAL" clId="{13327944-0ECE-490C-9581-E41268728F32}" dt="2025-11-18T18:20:11.868" v="40" actId="20577"/>
          <ac:spMkLst>
            <pc:docMk/>
            <pc:sldMk cId="3769922311" sldId="277"/>
            <ac:spMk id="2" creationId="{D7D18FA8-01BA-089B-9FD1-2EF29613BF7B}"/>
          </ac:spMkLst>
        </pc:spChg>
        <pc:spChg chg="mod">
          <ac:chgData name="Benitez, Marcos" userId="c28a69d4-6967-4dab-a771-00b5b460614a" providerId="ADAL" clId="{13327944-0ECE-490C-9581-E41268728F32}" dt="2025-11-18T18:20:17.028" v="41"/>
          <ac:spMkLst>
            <pc:docMk/>
            <pc:sldMk cId="3769922311" sldId="277"/>
            <ac:spMk id="3" creationId="{F388D645-BB3E-8048-7A8E-042394670EB2}"/>
          </ac:spMkLst>
        </pc:spChg>
      </pc:sldChg>
      <pc:sldChg chg="addSp delSp modSp new mod modClrScheme chgLayout">
        <pc:chgData name="Benitez, Marcos" userId="c28a69d4-6967-4dab-a771-00b5b460614a" providerId="ADAL" clId="{13327944-0ECE-490C-9581-E41268728F32}" dt="2025-11-18T18:22:34.173" v="88" actId="1076"/>
        <pc:sldMkLst>
          <pc:docMk/>
          <pc:sldMk cId="164840215" sldId="278"/>
        </pc:sldMkLst>
        <pc:spChg chg="mod ord">
          <ac:chgData name="Benitez, Marcos" userId="c28a69d4-6967-4dab-a771-00b5b460614a" providerId="ADAL" clId="{13327944-0ECE-490C-9581-E41268728F32}" dt="2025-11-18T18:21:02.183" v="46" actId="1076"/>
          <ac:spMkLst>
            <pc:docMk/>
            <pc:sldMk cId="164840215" sldId="278"/>
            <ac:spMk id="2" creationId="{C1BAE360-0094-893C-0936-70A7129876C7}"/>
          </ac:spMkLst>
        </pc:spChg>
        <pc:spChg chg="del mod ord">
          <ac:chgData name="Benitez, Marcos" userId="c28a69d4-6967-4dab-a771-00b5b460614a" providerId="ADAL" clId="{13327944-0ECE-490C-9581-E41268728F32}" dt="2025-11-18T18:20:45.602" v="45" actId="700"/>
          <ac:spMkLst>
            <pc:docMk/>
            <pc:sldMk cId="164840215" sldId="278"/>
            <ac:spMk id="3" creationId="{0B7BB8A4-25E4-92E3-A4DE-E5A8072024C8}"/>
          </ac:spMkLst>
        </pc:spChg>
        <pc:spChg chg="add mod ord">
          <ac:chgData name="Benitez, Marcos" userId="c28a69d4-6967-4dab-a771-00b5b460614a" providerId="ADAL" clId="{13327944-0ECE-490C-9581-E41268728F32}" dt="2025-11-18T18:22:24.425" v="86" actId="255"/>
          <ac:spMkLst>
            <pc:docMk/>
            <pc:sldMk cId="164840215" sldId="278"/>
            <ac:spMk id="4" creationId="{70D30304-A12C-A068-496A-FFA639AB7802}"/>
          </ac:spMkLst>
        </pc:spChg>
        <pc:spChg chg="add mod ord">
          <ac:chgData name="Benitez, Marcos" userId="c28a69d4-6967-4dab-a771-00b5b460614a" providerId="ADAL" clId="{13327944-0ECE-490C-9581-E41268728F32}" dt="2025-11-18T18:22:34.173" v="88" actId="1076"/>
          <ac:spMkLst>
            <pc:docMk/>
            <pc:sldMk cId="164840215" sldId="278"/>
            <ac:spMk id="5" creationId="{5224728F-1F50-71C1-C932-366DCB5D4F12}"/>
          </ac:spMkLst>
        </pc:spChg>
        <pc:spChg chg="add mod">
          <ac:chgData name="Benitez, Marcos" userId="c28a69d4-6967-4dab-a771-00b5b460614a" providerId="ADAL" clId="{13327944-0ECE-490C-9581-E41268728F32}" dt="2025-11-18T18:21:32.942" v="70" actId="1076"/>
          <ac:spMkLst>
            <pc:docMk/>
            <pc:sldMk cId="164840215" sldId="278"/>
            <ac:spMk id="6" creationId="{E20E32B8-0B6D-5414-2B50-5973927B9D48}"/>
          </ac:spMkLst>
        </pc:spChg>
        <pc:spChg chg="add mod">
          <ac:chgData name="Benitez, Marcos" userId="c28a69d4-6967-4dab-a771-00b5b460614a" providerId="ADAL" clId="{13327944-0ECE-490C-9581-E41268728F32}" dt="2025-11-18T18:22:08.854" v="84" actId="1076"/>
          <ac:spMkLst>
            <pc:docMk/>
            <pc:sldMk cId="164840215" sldId="278"/>
            <ac:spMk id="7" creationId="{D245C0F7-D8BD-4EA6-5392-0E2794468340}"/>
          </ac:spMkLst>
        </pc:spChg>
      </pc:sldChg>
    </pc:docChg>
  </pc:docChgLst>
  <pc:docChgLst>
    <pc:chgData name="Powers, Mason Davis" userId="S::mdp220002@utdallas.edu::9c8dbad7-e5d9-4ef3-9fc5-4c6c30b6e4a7" providerId="AD" clId="Web-{ABBC4B7E-8DB2-5D41-F197-9BBF60785C17}"/>
    <pc:docChg chg="modSld">
      <pc:chgData name="Powers, Mason Davis" userId="S::mdp220002@utdallas.edu::9c8dbad7-e5d9-4ef3-9fc5-4c6c30b6e4a7" providerId="AD" clId="Web-{ABBC4B7E-8DB2-5D41-F197-9BBF60785C17}" dt="2025-11-18T02:40:50.415" v="129" actId="1076"/>
      <pc:docMkLst>
        <pc:docMk/>
      </pc:docMkLst>
      <pc:sldChg chg="addSp delSp modSp">
        <pc:chgData name="Powers, Mason Davis" userId="S::mdp220002@utdallas.edu::9c8dbad7-e5d9-4ef3-9fc5-4c6c30b6e4a7" providerId="AD" clId="Web-{ABBC4B7E-8DB2-5D41-F197-9BBF60785C17}" dt="2025-11-18T02:38:20.741" v="128"/>
        <pc:sldMkLst>
          <pc:docMk/>
          <pc:sldMk cId="1519195774" sldId="261"/>
        </pc:sldMkLst>
        <pc:spChg chg="del mod">
          <ac:chgData name="Powers, Mason Davis" userId="S::mdp220002@utdallas.edu::9c8dbad7-e5d9-4ef3-9fc5-4c6c30b6e4a7" providerId="AD" clId="Web-{ABBC4B7E-8DB2-5D41-F197-9BBF60785C17}" dt="2025-11-18T02:33:57.238" v="9"/>
          <ac:spMkLst>
            <pc:docMk/>
            <pc:sldMk cId="1519195774" sldId="261"/>
            <ac:spMk id="3" creationId="{40BE4C07-38FF-259C-E902-DE4E6B34F962}"/>
          </ac:spMkLst>
        </pc:spChg>
        <pc:spChg chg="add del mod">
          <ac:chgData name="Powers, Mason Davis" userId="S::mdp220002@utdallas.edu::9c8dbad7-e5d9-4ef3-9fc5-4c6c30b6e4a7" providerId="AD" clId="Web-{ABBC4B7E-8DB2-5D41-F197-9BBF60785C17}" dt="2025-11-18T02:34:04.254" v="10"/>
          <ac:spMkLst>
            <pc:docMk/>
            <pc:sldMk cId="1519195774" sldId="261"/>
            <ac:spMk id="6" creationId="{28AE3E93-98B2-BA3F-CA28-712CB647D8B0}"/>
          </ac:spMkLst>
        </pc:spChg>
        <pc:graphicFrameChg chg="mod modGraphic">
          <ac:chgData name="Powers, Mason Davis" userId="S::mdp220002@utdallas.edu::9c8dbad7-e5d9-4ef3-9fc5-4c6c30b6e4a7" providerId="AD" clId="Web-{ABBC4B7E-8DB2-5D41-F197-9BBF60785C17}" dt="2025-11-18T02:38:20.741" v="128"/>
          <ac:graphicFrameMkLst>
            <pc:docMk/>
            <pc:sldMk cId="1519195774" sldId="261"/>
            <ac:graphicFrameMk id="4" creationId="{23DB1229-2A65-59BB-C9FA-C62E25F85DF0}"/>
          </ac:graphicFrameMkLst>
        </pc:graphicFrameChg>
      </pc:sldChg>
      <pc:sldChg chg="modSp">
        <pc:chgData name="Powers, Mason Davis" userId="S::mdp220002@utdallas.edu::9c8dbad7-e5d9-4ef3-9fc5-4c6c30b6e4a7" providerId="AD" clId="Web-{ABBC4B7E-8DB2-5D41-F197-9BBF60785C17}" dt="2025-11-18T02:40:50.415" v="129" actId="1076"/>
        <pc:sldMkLst>
          <pc:docMk/>
          <pc:sldMk cId="1443997296" sldId="271"/>
        </pc:sldMkLst>
        <pc:picChg chg="mod">
          <ac:chgData name="Powers, Mason Davis" userId="S::mdp220002@utdallas.edu::9c8dbad7-e5d9-4ef3-9fc5-4c6c30b6e4a7" providerId="AD" clId="Web-{ABBC4B7E-8DB2-5D41-F197-9BBF60785C17}" dt="2025-11-18T02:40:50.415" v="129" actId="1076"/>
          <ac:picMkLst>
            <pc:docMk/>
            <pc:sldMk cId="1443997296" sldId="271"/>
            <ac:picMk id="4" creationId="{BBC00B3C-F6A5-301A-330F-622EF03EFFDD}"/>
          </ac:picMkLst>
        </pc:picChg>
      </pc:sldChg>
    </pc:docChg>
  </pc:docChgLst>
  <pc:docChgLst>
    <pc:chgData name="Powers, Mason Davis" userId="S::mdp220002@utdallas.edu::9c8dbad7-e5d9-4ef3-9fc5-4c6c30b6e4a7" providerId="AD" clId="Web-{A2602557-2253-28EB-AB7A-1B78468C2D06}"/>
    <pc:docChg chg="modSld">
      <pc:chgData name="Powers, Mason Davis" userId="S::mdp220002@utdallas.edu::9c8dbad7-e5d9-4ef3-9fc5-4c6c30b6e4a7" providerId="AD" clId="Web-{A2602557-2253-28EB-AB7A-1B78468C2D06}" dt="2025-11-17T12:38:12.145" v="224" actId="1076"/>
      <pc:docMkLst>
        <pc:docMk/>
      </pc:docMkLst>
      <pc:sldChg chg="addSp modSp">
        <pc:chgData name="Powers, Mason Davis" userId="S::mdp220002@utdallas.edu::9c8dbad7-e5d9-4ef3-9fc5-4c6c30b6e4a7" providerId="AD" clId="Web-{A2602557-2253-28EB-AB7A-1B78468C2D06}" dt="2025-11-17T12:37:50.596" v="221" actId="1076"/>
        <pc:sldMkLst>
          <pc:docMk/>
          <pc:sldMk cId="1519195774" sldId="261"/>
        </pc:sldMkLst>
        <pc:spChg chg="mod">
          <ac:chgData name="Powers, Mason Davis" userId="S::mdp220002@utdallas.edu::9c8dbad7-e5d9-4ef3-9fc5-4c6c30b6e4a7" providerId="AD" clId="Web-{A2602557-2253-28EB-AB7A-1B78468C2D06}" dt="2025-11-17T12:37:50.596" v="221" actId="1076"/>
          <ac:spMkLst>
            <pc:docMk/>
            <pc:sldMk cId="1519195774" sldId="261"/>
            <ac:spMk id="3" creationId="{40BE4C07-38FF-259C-E902-DE4E6B34F962}"/>
          </ac:spMkLst>
        </pc:spChg>
        <pc:graphicFrameChg chg="add mod modGraphic">
          <ac:chgData name="Powers, Mason Davis" userId="S::mdp220002@utdallas.edu::9c8dbad7-e5d9-4ef3-9fc5-4c6c30b6e4a7" providerId="AD" clId="Web-{A2602557-2253-28EB-AB7A-1B78468C2D06}" dt="2025-11-17T12:37:44.939" v="220"/>
          <ac:graphicFrameMkLst>
            <pc:docMk/>
            <pc:sldMk cId="1519195774" sldId="261"/>
            <ac:graphicFrameMk id="4" creationId="{23DB1229-2A65-59BB-C9FA-C62E25F85DF0}"/>
          </ac:graphicFrameMkLst>
        </pc:graphicFrameChg>
      </pc:sldChg>
      <pc:sldChg chg="addSp delSp modSp">
        <pc:chgData name="Powers, Mason Davis" userId="S::mdp220002@utdallas.edu::9c8dbad7-e5d9-4ef3-9fc5-4c6c30b6e4a7" providerId="AD" clId="Web-{A2602557-2253-28EB-AB7A-1B78468C2D06}" dt="2025-11-17T12:36:41.608" v="138" actId="20577"/>
        <pc:sldMkLst>
          <pc:docMk/>
          <pc:sldMk cId="2744855315" sldId="270"/>
        </pc:sldMkLst>
        <pc:spChg chg="del mod">
          <ac:chgData name="Powers, Mason Davis" userId="S::mdp220002@utdallas.edu::9c8dbad7-e5d9-4ef3-9fc5-4c6c30b6e4a7" providerId="AD" clId="Web-{A2602557-2253-28EB-AB7A-1B78468C2D06}" dt="2025-11-17T12:31:35.683" v="49"/>
          <ac:spMkLst>
            <pc:docMk/>
            <pc:sldMk cId="2744855315" sldId="270"/>
            <ac:spMk id="3" creationId="{1C143FEE-C4F4-61C4-C7BB-013E6E5E8E7A}"/>
          </ac:spMkLst>
        </pc:spChg>
        <pc:spChg chg="add mod">
          <ac:chgData name="Powers, Mason Davis" userId="S::mdp220002@utdallas.edu::9c8dbad7-e5d9-4ef3-9fc5-4c6c30b6e4a7" providerId="AD" clId="Web-{A2602557-2253-28EB-AB7A-1B78468C2D06}" dt="2025-11-17T12:36:41.608" v="138" actId="20577"/>
          <ac:spMkLst>
            <pc:docMk/>
            <pc:sldMk cId="2744855315" sldId="270"/>
            <ac:spMk id="5" creationId="{706C2769-4560-2780-3A08-50128968DCD5}"/>
          </ac:spMkLst>
        </pc:spChg>
      </pc:sldChg>
      <pc:sldChg chg="addSp delSp modSp">
        <pc:chgData name="Powers, Mason Davis" userId="S::mdp220002@utdallas.edu::9c8dbad7-e5d9-4ef3-9fc5-4c6c30b6e4a7" providerId="AD" clId="Web-{A2602557-2253-28EB-AB7A-1B78468C2D06}" dt="2025-11-17T12:38:12.145" v="224" actId="1076"/>
        <pc:sldMkLst>
          <pc:docMk/>
          <pc:sldMk cId="1443997296" sldId="271"/>
        </pc:sldMkLst>
        <pc:spChg chg="del">
          <ac:chgData name="Powers, Mason Davis" userId="S::mdp220002@utdallas.edu::9c8dbad7-e5d9-4ef3-9fc5-4c6c30b6e4a7" providerId="AD" clId="Web-{A2602557-2253-28EB-AB7A-1B78468C2D06}" dt="2025-11-17T12:29:25.180" v="0"/>
          <ac:spMkLst>
            <pc:docMk/>
            <pc:sldMk cId="1443997296" sldId="271"/>
            <ac:spMk id="3" creationId="{55C92A4A-66A1-C2C7-4714-331DDA3BC5DF}"/>
          </ac:spMkLst>
        </pc:spChg>
        <pc:picChg chg="add mod ord">
          <ac:chgData name="Powers, Mason Davis" userId="S::mdp220002@utdallas.edu::9c8dbad7-e5d9-4ef3-9fc5-4c6c30b6e4a7" providerId="AD" clId="Web-{A2602557-2253-28EB-AB7A-1B78468C2D06}" dt="2025-11-17T12:38:09.816" v="223" actId="1076"/>
          <ac:picMkLst>
            <pc:docMk/>
            <pc:sldMk cId="1443997296" sldId="271"/>
            <ac:picMk id="4" creationId="{BBC00B3C-F6A5-301A-330F-622EF03EFFDD}"/>
          </ac:picMkLst>
        </pc:picChg>
        <pc:picChg chg="add mod ord">
          <ac:chgData name="Powers, Mason Davis" userId="S::mdp220002@utdallas.edu::9c8dbad7-e5d9-4ef3-9fc5-4c6c30b6e4a7" providerId="AD" clId="Web-{A2602557-2253-28EB-AB7A-1B78468C2D06}" dt="2025-11-17T12:38:12.145" v="224" actId="1076"/>
          <ac:picMkLst>
            <pc:docMk/>
            <pc:sldMk cId="1443997296" sldId="271"/>
            <ac:picMk id="5" creationId="{60B98487-4561-0E21-594F-854A3F55028C}"/>
          </ac:picMkLst>
        </pc:picChg>
      </pc:sldChg>
    </pc:docChg>
  </pc:docChgLst>
  <pc:docChgLst>
    <pc:chgData name="Dye, Anthony William" userId="S::awd240000@utdallas.edu::6b6fbb82-d5b9-4378-99af-d01874b2516d" providerId="AD" clId="Web-{FCD12DEC-3B41-2C7B-48EB-D4CB77FDC3AC}"/>
    <pc:docChg chg="addSld modSld">
      <pc:chgData name="Dye, Anthony William" userId="S::awd240000@utdallas.edu::6b6fbb82-d5b9-4378-99af-d01874b2516d" providerId="AD" clId="Web-{FCD12DEC-3B41-2C7B-48EB-D4CB77FDC3AC}" dt="2025-11-17T06:20:11.532" v="377" actId="20577"/>
      <pc:docMkLst>
        <pc:docMk/>
      </pc:docMkLst>
      <pc:sldChg chg="addSp modSp">
        <pc:chgData name="Dye, Anthony William" userId="S::awd240000@utdallas.edu::6b6fbb82-d5b9-4378-99af-d01874b2516d" providerId="AD" clId="Web-{FCD12DEC-3B41-2C7B-48EB-D4CB77FDC3AC}" dt="2025-11-17T06:20:11.532" v="377" actId="20577"/>
        <pc:sldMkLst>
          <pc:docMk/>
          <pc:sldMk cId="1247355738" sldId="256"/>
        </pc:sldMkLst>
        <pc:spChg chg="mod">
          <ac:chgData name="Dye, Anthony William" userId="S::awd240000@utdallas.edu::6b6fbb82-d5b9-4378-99af-d01874b2516d" providerId="AD" clId="Web-{FCD12DEC-3B41-2C7B-48EB-D4CB77FDC3AC}" dt="2025-11-17T06:20:11.532" v="377" actId="20577"/>
          <ac:spMkLst>
            <pc:docMk/>
            <pc:sldMk cId="1247355738" sldId="256"/>
            <ac:spMk id="3" creationId="{1F097E54-0CE2-EB84-632A-6A02E18C7855}"/>
          </ac:spMkLst>
        </pc:spChg>
        <pc:spChg chg="add mod">
          <ac:chgData name="Dye, Anthony William" userId="S::awd240000@utdallas.edu::6b6fbb82-d5b9-4378-99af-d01874b2516d" providerId="AD" clId="Web-{FCD12DEC-3B41-2C7B-48EB-D4CB77FDC3AC}" dt="2025-11-17T05:30:35.560" v="21" actId="1076"/>
          <ac:spMkLst>
            <pc:docMk/>
            <pc:sldMk cId="1247355738" sldId="256"/>
            <ac:spMk id="4" creationId="{310D73A4-D572-B666-B3EB-6C8762BD5C5F}"/>
          </ac:spMkLst>
        </pc:spChg>
      </pc:sldChg>
      <pc:sldChg chg="modSp">
        <pc:chgData name="Dye, Anthony William" userId="S::awd240000@utdallas.edu::6b6fbb82-d5b9-4378-99af-d01874b2516d" providerId="AD" clId="Web-{FCD12DEC-3B41-2C7B-48EB-D4CB77FDC3AC}" dt="2025-11-17T05:47:52.168" v="165" actId="1076"/>
        <pc:sldMkLst>
          <pc:docMk/>
          <pc:sldMk cId="2528682449" sldId="257"/>
        </pc:sldMkLst>
        <pc:spChg chg="mod">
          <ac:chgData name="Dye, Anthony William" userId="S::awd240000@utdallas.edu::6b6fbb82-d5b9-4378-99af-d01874b2516d" providerId="AD" clId="Web-{FCD12DEC-3B41-2C7B-48EB-D4CB77FDC3AC}" dt="2025-11-17T05:44:49.323" v="126" actId="20577"/>
          <ac:spMkLst>
            <pc:docMk/>
            <pc:sldMk cId="2528682449" sldId="257"/>
            <ac:spMk id="2" creationId="{7C659364-B98C-E1A4-98B7-85DDDC13603E}"/>
          </ac:spMkLst>
        </pc:spChg>
        <pc:spChg chg="mod">
          <ac:chgData name="Dye, Anthony William" userId="S::awd240000@utdallas.edu::6b6fbb82-d5b9-4378-99af-d01874b2516d" providerId="AD" clId="Web-{FCD12DEC-3B41-2C7B-48EB-D4CB77FDC3AC}" dt="2025-11-17T05:47:52.168" v="165" actId="1076"/>
          <ac:spMkLst>
            <pc:docMk/>
            <pc:sldMk cId="2528682449" sldId="257"/>
            <ac:spMk id="3" creationId="{ECD34ECD-2CC6-6348-803D-5FCCBF9A07E1}"/>
          </ac:spMkLst>
        </pc:spChg>
      </pc:sldChg>
      <pc:sldChg chg="addSp delSp modSp">
        <pc:chgData name="Dye, Anthony William" userId="S::awd240000@utdallas.edu::6b6fbb82-d5b9-4378-99af-d01874b2516d" providerId="AD" clId="Web-{FCD12DEC-3B41-2C7B-48EB-D4CB77FDC3AC}" dt="2025-11-17T05:43:33.808" v="114" actId="20577"/>
        <pc:sldMkLst>
          <pc:docMk/>
          <pc:sldMk cId="3321480527" sldId="258"/>
        </pc:sldMkLst>
        <pc:spChg chg="mod">
          <ac:chgData name="Dye, Anthony William" userId="S::awd240000@utdallas.edu::6b6fbb82-d5b9-4378-99af-d01874b2516d" providerId="AD" clId="Web-{FCD12DEC-3B41-2C7B-48EB-D4CB77FDC3AC}" dt="2025-11-17T05:30:47.763" v="23" actId="1076"/>
          <ac:spMkLst>
            <pc:docMk/>
            <pc:sldMk cId="3321480527" sldId="258"/>
            <ac:spMk id="2" creationId="{0399657E-8ACA-1A3E-A2D8-295C4AD78B25}"/>
          </ac:spMkLst>
        </pc:spChg>
        <pc:spChg chg="add del mod">
          <ac:chgData name="Dye, Anthony William" userId="S::awd240000@utdallas.edu::6b6fbb82-d5b9-4378-99af-d01874b2516d" providerId="AD" clId="Web-{FCD12DEC-3B41-2C7B-48EB-D4CB77FDC3AC}" dt="2025-11-17T05:33:28.481" v="26"/>
          <ac:spMkLst>
            <pc:docMk/>
            <pc:sldMk cId="3321480527" sldId="258"/>
            <ac:spMk id="4" creationId="{F2F7ABC7-E762-A1C6-5891-0A93D7C4368D}"/>
          </ac:spMkLst>
        </pc:spChg>
        <pc:spChg chg="add mod">
          <ac:chgData name="Dye, Anthony William" userId="S::awd240000@utdallas.edu::6b6fbb82-d5b9-4378-99af-d01874b2516d" providerId="AD" clId="Web-{FCD12DEC-3B41-2C7B-48EB-D4CB77FDC3AC}" dt="2025-11-17T05:43:33.808" v="114" actId="20577"/>
          <ac:spMkLst>
            <pc:docMk/>
            <pc:sldMk cId="3321480527" sldId="258"/>
            <ac:spMk id="5" creationId="{6FFE4098-3CF1-240B-5E1A-6E3AA4D0491F}"/>
          </ac:spMkLst>
        </pc:spChg>
      </pc:sldChg>
      <pc:sldChg chg="modSp">
        <pc:chgData name="Dye, Anthony William" userId="S::awd240000@utdallas.edu::6b6fbb82-d5b9-4378-99af-d01874b2516d" providerId="AD" clId="Web-{FCD12DEC-3B41-2C7B-48EB-D4CB77FDC3AC}" dt="2025-11-17T06:17:50.798" v="375" actId="20577"/>
        <pc:sldMkLst>
          <pc:docMk/>
          <pc:sldMk cId="1308327048" sldId="259"/>
        </pc:sldMkLst>
        <pc:spChg chg="mod">
          <ac:chgData name="Dye, Anthony William" userId="S::awd240000@utdallas.edu::6b6fbb82-d5b9-4378-99af-d01874b2516d" providerId="AD" clId="Web-{FCD12DEC-3B41-2C7B-48EB-D4CB77FDC3AC}" dt="2025-11-17T05:47:39.589" v="164" actId="1076"/>
          <ac:spMkLst>
            <pc:docMk/>
            <pc:sldMk cId="1308327048" sldId="259"/>
            <ac:spMk id="2" creationId="{4006CE67-CACC-055E-5AEA-851FEDD6A96F}"/>
          </ac:spMkLst>
        </pc:spChg>
        <pc:spChg chg="mod">
          <ac:chgData name="Dye, Anthony William" userId="S::awd240000@utdallas.edu::6b6fbb82-d5b9-4378-99af-d01874b2516d" providerId="AD" clId="Web-{FCD12DEC-3B41-2C7B-48EB-D4CB77FDC3AC}" dt="2025-11-17T06:17:50.798" v="375" actId="20577"/>
          <ac:spMkLst>
            <pc:docMk/>
            <pc:sldMk cId="1308327048" sldId="259"/>
            <ac:spMk id="3" creationId="{7E9BFA8C-2B0B-529C-148B-266FB8A02788}"/>
          </ac:spMkLst>
        </pc:spChg>
      </pc:sldChg>
      <pc:sldChg chg="addSp delSp modSp">
        <pc:chgData name="Dye, Anthony William" userId="S::awd240000@utdallas.edu::6b6fbb82-d5b9-4378-99af-d01874b2516d" providerId="AD" clId="Web-{FCD12DEC-3B41-2C7B-48EB-D4CB77FDC3AC}" dt="2025-11-17T06:06:33.167" v="323" actId="20577"/>
        <pc:sldMkLst>
          <pc:docMk/>
          <pc:sldMk cId="911267301" sldId="260"/>
        </pc:sldMkLst>
        <pc:spChg chg="mod">
          <ac:chgData name="Dye, Anthony William" userId="S::awd240000@utdallas.edu::6b6fbb82-d5b9-4378-99af-d01874b2516d" providerId="AD" clId="Web-{FCD12DEC-3B41-2C7B-48EB-D4CB77FDC3AC}" dt="2025-11-17T05:52:42.231" v="229" actId="1076"/>
          <ac:spMkLst>
            <pc:docMk/>
            <pc:sldMk cId="911267301" sldId="260"/>
            <ac:spMk id="2" creationId="{4E2040BB-CE3D-C29C-711E-8D390CBA3F3E}"/>
          </ac:spMkLst>
        </pc:spChg>
        <pc:spChg chg="del">
          <ac:chgData name="Dye, Anthony William" userId="S::awd240000@utdallas.edu::6b6fbb82-d5b9-4378-99af-d01874b2516d" providerId="AD" clId="Web-{FCD12DEC-3B41-2C7B-48EB-D4CB77FDC3AC}" dt="2025-11-17T05:56:05.389" v="230"/>
          <ac:spMkLst>
            <pc:docMk/>
            <pc:sldMk cId="911267301" sldId="260"/>
            <ac:spMk id="3" creationId="{3C455E5D-8044-7040-182F-3FFF636F94E0}"/>
          </ac:spMkLst>
        </pc:spChg>
        <pc:spChg chg="add del mod">
          <ac:chgData name="Dye, Anthony William" userId="S::awd240000@utdallas.edu::6b6fbb82-d5b9-4378-99af-d01874b2516d" providerId="AD" clId="Web-{FCD12DEC-3B41-2C7B-48EB-D4CB77FDC3AC}" dt="2025-11-17T05:56:39.420" v="236"/>
          <ac:spMkLst>
            <pc:docMk/>
            <pc:sldMk cId="911267301" sldId="260"/>
            <ac:spMk id="6" creationId="{807854B6-21E4-B9AA-61A1-5EAEC0DDC7E8}"/>
          </ac:spMkLst>
        </pc:spChg>
        <pc:spChg chg="add del mod">
          <ac:chgData name="Dye, Anthony William" userId="S::awd240000@utdallas.edu::6b6fbb82-d5b9-4378-99af-d01874b2516d" providerId="AD" clId="Web-{FCD12DEC-3B41-2C7B-48EB-D4CB77FDC3AC}" dt="2025-11-17T05:57:44.706" v="242"/>
          <ac:spMkLst>
            <pc:docMk/>
            <pc:sldMk cId="911267301" sldId="260"/>
            <ac:spMk id="10" creationId="{5B456BE8-B50F-C352-4EDF-BD48BFCD9A2C}"/>
          </ac:spMkLst>
        </pc:spChg>
        <pc:spChg chg="add del mod">
          <ac:chgData name="Dye, Anthony William" userId="S::awd240000@utdallas.edu::6b6fbb82-d5b9-4378-99af-d01874b2516d" providerId="AD" clId="Web-{FCD12DEC-3B41-2C7B-48EB-D4CB77FDC3AC}" dt="2025-11-17T05:59:22.537" v="253"/>
          <ac:spMkLst>
            <pc:docMk/>
            <pc:sldMk cId="911267301" sldId="260"/>
            <ac:spMk id="13" creationId="{A9533749-41DC-FC33-4B77-1C28AA2A813E}"/>
          </ac:spMkLst>
        </pc:spChg>
        <pc:spChg chg="add mod">
          <ac:chgData name="Dye, Anthony William" userId="S::awd240000@utdallas.edu::6b6fbb82-d5b9-4378-99af-d01874b2516d" providerId="AD" clId="Web-{FCD12DEC-3B41-2C7B-48EB-D4CB77FDC3AC}" dt="2025-11-17T06:06:33.167" v="323" actId="20577"/>
          <ac:spMkLst>
            <pc:docMk/>
            <pc:sldMk cId="911267301" sldId="260"/>
            <ac:spMk id="15" creationId="{4AE5E95A-283D-F4DD-BAC7-35E1C1BF062A}"/>
          </ac:spMkLst>
        </pc:spChg>
        <pc:picChg chg="add del mod ord">
          <ac:chgData name="Dye, Anthony William" userId="S::awd240000@utdallas.edu::6b6fbb82-d5b9-4378-99af-d01874b2516d" providerId="AD" clId="Web-{FCD12DEC-3B41-2C7B-48EB-D4CB77FDC3AC}" dt="2025-11-17T05:56:25.155" v="235"/>
          <ac:picMkLst>
            <pc:docMk/>
            <pc:sldMk cId="911267301" sldId="260"/>
            <ac:picMk id="4" creationId="{E48E045E-FC53-A830-8957-8C7B3DAEA81D}"/>
          </ac:picMkLst>
        </pc:picChg>
        <pc:picChg chg="add del mod ord">
          <ac:chgData name="Dye, Anthony William" userId="S::awd240000@utdallas.edu::6b6fbb82-d5b9-4378-99af-d01874b2516d" providerId="AD" clId="Web-{FCD12DEC-3B41-2C7B-48EB-D4CB77FDC3AC}" dt="2025-11-17T05:56:46.514" v="239"/>
          <ac:picMkLst>
            <pc:docMk/>
            <pc:sldMk cId="911267301" sldId="260"/>
            <ac:picMk id="7" creationId="{D4BD1398-DAFD-7924-C641-F502824D7B99}"/>
          </ac:picMkLst>
        </pc:picChg>
        <pc:picChg chg="add del mod">
          <ac:chgData name="Dye, Anthony William" userId="S::awd240000@utdallas.edu::6b6fbb82-d5b9-4378-99af-d01874b2516d" providerId="AD" clId="Web-{FCD12DEC-3B41-2C7B-48EB-D4CB77FDC3AC}" dt="2025-11-17T05:58:54.646" v="251"/>
          <ac:picMkLst>
            <pc:docMk/>
            <pc:sldMk cId="911267301" sldId="260"/>
            <ac:picMk id="8" creationId="{CE0F5AF8-CCE3-1DC1-CD17-6779E21DB46C}"/>
          </ac:picMkLst>
        </pc:picChg>
        <pc:picChg chg="add del mod ord">
          <ac:chgData name="Dye, Anthony William" userId="S::awd240000@utdallas.edu::6b6fbb82-d5b9-4378-99af-d01874b2516d" providerId="AD" clId="Web-{FCD12DEC-3B41-2C7B-48EB-D4CB77FDC3AC}" dt="2025-11-17T05:58:56.178" v="252"/>
          <ac:picMkLst>
            <pc:docMk/>
            <pc:sldMk cId="911267301" sldId="260"/>
            <ac:picMk id="11" creationId="{7893E968-FC2B-C805-21FD-B1E0EABB185C}"/>
          </ac:picMkLst>
        </pc:picChg>
        <pc:picChg chg="add mod ord">
          <ac:chgData name="Dye, Anthony William" userId="S::awd240000@utdallas.edu::6b6fbb82-d5b9-4378-99af-d01874b2516d" providerId="AD" clId="Web-{FCD12DEC-3B41-2C7B-48EB-D4CB77FDC3AC}" dt="2025-11-17T05:59:28.006" v="255" actId="1076"/>
          <ac:picMkLst>
            <pc:docMk/>
            <pc:sldMk cId="911267301" sldId="260"/>
            <ac:picMk id="14" creationId="{6C01F859-DF0F-6AC7-A172-8050BE5A9656}"/>
          </ac:picMkLst>
        </pc:picChg>
      </pc:sldChg>
      <pc:sldChg chg="addSp delSp modSp new">
        <pc:chgData name="Dye, Anthony William" userId="S::awd240000@utdallas.edu::6b6fbb82-d5b9-4378-99af-d01874b2516d" providerId="AD" clId="Web-{FCD12DEC-3B41-2C7B-48EB-D4CB77FDC3AC}" dt="2025-11-17T06:13:53.592" v="329" actId="1076"/>
        <pc:sldMkLst>
          <pc:docMk/>
          <pc:sldMk cId="2588749069" sldId="266"/>
        </pc:sldMkLst>
        <pc:spChg chg="del">
          <ac:chgData name="Dye, Anthony William" userId="S::awd240000@utdallas.edu::6b6fbb82-d5b9-4378-99af-d01874b2516d" providerId="AD" clId="Web-{FCD12DEC-3B41-2C7B-48EB-D4CB77FDC3AC}" dt="2025-11-17T06:13:39.639" v="327"/>
          <ac:spMkLst>
            <pc:docMk/>
            <pc:sldMk cId="2588749069" sldId="266"/>
            <ac:spMk id="2" creationId="{917D83D1-5C3D-725A-16AE-0658703A8BCD}"/>
          </ac:spMkLst>
        </pc:spChg>
        <pc:spChg chg="del">
          <ac:chgData name="Dye, Anthony William" userId="S::awd240000@utdallas.edu::6b6fbb82-d5b9-4378-99af-d01874b2516d" providerId="AD" clId="Web-{FCD12DEC-3B41-2C7B-48EB-D4CB77FDC3AC}" dt="2025-11-17T06:11:06.124" v="324"/>
          <ac:spMkLst>
            <pc:docMk/>
            <pc:sldMk cId="2588749069" sldId="266"/>
            <ac:spMk id="3" creationId="{C50B54A0-CDE6-8C5D-7BD7-D043A58F0804}"/>
          </ac:spMkLst>
        </pc:spChg>
        <pc:picChg chg="add mod ord">
          <ac:chgData name="Dye, Anthony William" userId="S::awd240000@utdallas.edu::6b6fbb82-d5b9-4378-99af-d01874b2516d" providerId="AD" clId="Web-{FCD12DEC-3B41-2C7B-48EB-D4CB77FDC3AC}" dt="2025-11-17T06:13:53.592" v="329" actId="1076"/>
          <ac:picMkLst>
            <pc:docMk/>
            <pc:sldMk cId="2588749069" sldId="266"/>
            <ac:picMk id="4" creationId="{ED8D6E48-D80C-A84F-7DE0-DAF67979703A}"/>
          </ac:picMkLst>
        </pc:picChg>
      </pc:sldChg>
      <pc:sldChg chg="addSp modSp new">
        <pc:chgData name="Dye, Anthony William" userId="S::awd240000@utdallas.edu::6b6fbb82-d5b9-4378-99af-d01874b2516d" providerId="AD" clId="Web-{FCD12DEC-3B41-2C7B-48EB-D4CB77FDC3AC}" dt="2025-11-17T06:17:21.313" v="372" actId="20577"/>
        <pc:sldMkLst>
          <pc:docMk/>
          <pc:sldMk cId="3574307478" sldId="267"/>
        </pc:sldMkLst>
        <pc:spChg chg="mod">
          <ac:chgData name="Dye, Anthony William" userId="S::awd240000@utdallas.edu::6b6fbb82-d5b9-4378-99af-d01874b2516d" providerId="AD" clId="Web-{FCD12DEC-3B41-2C7B-48EB-D4CB77FDC3AC}" dt="2025-11-17T06:14:22.264" v="335" actId="1076"/>
          <ac:spMkLst>
            <pc:docMk/>
            <pc:sldMk cId="3574307478" sldId="267"/>
            <ac:spMk id="2" creationId="{9F827254-E7D7-2189-E418-B0FBFFCD0566}"/>
          </ac:spMkLst>
        </pc:spChg>
        <pc:spChg chg="mod">
          <ac:chgData name="Dye, Anthony William" userId="S::awd240000@utdallas.edu::6b6fbb82-d5b9-4378-99af-d01874b2516d" providerId="AD" clId="Web-{FCD12DEC-3B41-2C7B-48EB-D4CB77FDC3AC}" dt="2025-11-17T06:17:21.313" v="372" actId="20577"/>
          <ac:spMkLst>
            <pc:docMk/>
            <pc:sldMk cId="3574307478" sldId="267"/>
            <ac:spMk id="3" creationId="{F0A271AE-4FD3-D777-65BB-8E33C024A7C9}"/>
          </ac:spMkLst>
        </pc:spChg>
        <pc:picChg chg="add mod">
          <ac:chgData name="Dye, Anthony William" userId="S::awd240000@utdallas.edu::6b6fbb82-d5b9-4378-99af-d01874b2516d" providerId="AD" clId="Web-{FCD12DEC-3B41-2C7B-48EB-D4CB77FDC3AC}" dt="2025-11-17T06:14:50.530" v="338" actId="1076"/>
          <ac:picMkLst>
            <pc:docMk/>
            <pc:sldMk cId="3574307478" sldId="267"/>
            <ac:picMk id="5" creationId="{BE4DB59F-D4C1-301E-E5E8-A579833FCB0D}"/>
          </ac:picMkLst>
        </pc:picChg>
      </pc:sldChg>
      <pc:sldChg chg="new">
        <pc:chgData name="Dye, Anthony William" userId="S::awd240000@utdallas.edu::6b6fbb82-d5b9-4378-99af-d01874b2516d" providerId="AD" clId="Web-{FCD12DEC-3B41-2C7B-48EB-D4CB77FDC3AC}" dt="2025-11-17T05:51:31.825" v="168"/>
        <pc:sldMkLst>
          <pc:docMk/>
          <pc:sldMk cId="1973074621" sldId="268"/>
        </pc:sldMkLst>
      </pc:sldChg>
      <pc:sldChg chg="new">
        <pc:chgData name="Dye, Anthony William" userId="S::awd240000@utdallas.edu::6b6fbb82-d5b9-4378-99af-d01874b2516d" providerId="AD" clId="Web-{FCD12DEC-3B41-2C7B-48EB-D4CB77FDC3AC}" dt="2025-11-17T05:51:32.106" v="169"/>
        <pc:sldMkLst>
          <pc:docMk/>
          <pc:sldMk cId="4151015150" sldId="269"/>
        </pc:sldMkLst>
      </pc:sldChg>
      <pc:sldChg chg="new">
        <pc:chgData name="Dye, Anthony William" userId="S::awd240000@utdallas.edu::6b6fbb82-d5b9-4378-99af-d01874b2516d" providerId="AD" clId="Web-{FCD12DEC-3B41-2C7B-48EB-D4CB77FDC3AC}" dt="2025-11-17T05:51:32.528" v="170"/>
        <pc:sldMkLst>
          <pc:docMk/>
          <pc:sldMk cId="2744855315" sldId="270"/>
        </pc:sldMkLst>
      </pc:sldChg>
      <pc:sldChg chg="new">
        <pc:chgData name="Dye, Anthony William" userId="S::awd240000@utdallas.edu::6b6fbb82-d5b9-4378-99af-d01874b2516d" providerId="AD" clId="Web-{FCD12DEC-3B41-2C7B-48EB-D4CB77FDC3AC}" dt="2025-11-17T05:51:33.013" v="171"/>
        <pc:sldMkLst>
          <pc:docMk/>
          <pc:sldMk cId="1443997296" sldId="271"/>
        </pc:sldMkLst>
      </pc:sldChg>
    </pc:docChg>
  </pc:docChgLst>
  <pc:docChgLst>
    <pc:chgData name="Mercado, Jesus" userId="S::jxm230002@utdallas.edu::6b49895b-6f6e-40f9-b799-20688d354191" providerId="AD" clId="Web-{C7A9FAAC-2A6F-8725-38F8-813C547E281C}"/>
    <pc:docChg chg="addSld modSld sldOrd">
      <pc:chgData name="Mercado, Jesus" userId="S::jxm230002@utdallas.edu::6b49895b-6f6e-40f9-b799-20688d354191" providerId="AD" clId="Web-{C7A9FAAC-2A6F-8725-38F8-813C547E281C}" dt="2025-11-17T19:04:50.136" v="711" actId="1076"/>
      <pc:docMkLst>
        <pc:docMk/>
      </pc:docMkLst>
      <pc:sldChg chg="addSp delSp modSp">
        <pc:chgData name="Mercado, Jesus" userId="S::jxm230002@utdallas.edu::6b49895b-6f6e-40f9-b799-20688d354191" providerId="AD" clId="Web-{C7A9FAAC-2A6F-8725-38F8-813C547E281C}" dt="2025-11-17T19:04:50.136" v="711" actId="1076"/>
        <pc:sldMkLst>
          <pc:docMk/>
          <pc:sldMk cId="1247355738" sldId="256"/>
        </pc:sldMkLst>
        <pc:spChg chg="mod">
          <ac:chgData name="Mercado, Jesus" userId="S::jxm230002@utdallas.edu::6b49895b-6f6e-40f9-b799-20688d354191" providerId="AD" clId="Web-{C7A9FAAC-2A6F-8725-38F8-813C547E281C}" dt="2025-11-17T19:04:50.136" v="711" actId="1076"/>
          <ac:spMkLst>
            <pc:docMk/>
            <pc:sldMk cId="1247355738" sldId="256"/>
            <ac:spMk id="3" creationId="{1F097E54-0CE2-EB84-632A-6A02E18C7855}"/>
          </ac:spMkLst>
        </pc:spChg>
        <pc:spChg chg="mod">
          <ac:chgData name="Mercado, Jesus" userId="S::jxm230002@utdallas.edu::6b49895b-6f6e-40f9-b799-20688d354191" providerId="AD" clId="Web-{C7A9FAAC-2A6F-8725-38F8-813C547E281C}" dt="2025-11-17T18:59:10.004" v="688" actId="1076"/>
          <ac:spMkLst>
            <pc:docMk/>
            <pc:sldMk cId="1247355738" sldId="256"/>
            <ac:spMk id="4" creationId="{310D73A4-D572-B666-B3EB-6C8762BD5C5F}"/>
          </ac:spMkLst>
        </pc:spChg>
        <pc:picChg chg="add del mod">
          <ac:chgData name="Mercado, Jesus" userId="S::jxm230002@utdallas.edu::6b49895b-6f6e-40f9-b799-20688d354191" providerId="AD" clId="Web-{C7A9FAAC-2A6F-8725-38F8-813C547E281C}" dt="2025-11-17T18:58:24.660" v="680"/>
          <ac:picMkLst>
            <pc:docMk/>
            <pc:sldMk cId="1247355738" sldId="256"/>
            <ac:picMk id="6" creationId="{83BB2C54-E6A2-9C3C-4A97-2CCCE385457F}"/>
          </ac:picMkLst>
        </pc:picChg>
        <pc:picChg chg="add mod">
          <ac:chgData name="Mercado, Jesus" userId="S::jxm230002@utdallas.edu::6b49895b-6f6e-40f9-b799-20688d354191" providerId="AD" clId="Web-{C7A9FAAC-2A6F-8725-38F8-813C547E281C}" dt="2025-11-17T19:04:05.336" v="707" actId="1076"/>
          <ac:picMkLst>
            <pc:docMk/>
            <pc:sldMk cId="1247355738" sldId="256"/>
            <ac:picMk id="8" creationId="{ED36CA7A-03F4-3964-1D61-4AEDE11F8B26}"/>
          </ac:picMkLst>
        </pc:picChg>
        <pc:picChg chg="add mod">
          <ac:chgData name="Mercado, Jesus" userId="S::jxm230002@utdallas.edu::6b49895b-6f6e-40f9-b799-20688d354191" providerId="AD" clId="Web-{C7A9FAAC-2A6F-8725-38F8-813C547E281C}" dt="2025-11-17T19:04:25.415" v="710" actId="1076"/>
          <ac:picMkLst>
            <pc:docMk/>
            <pc:sldMk cId="1247355738" sldId="256"/>
            <ac:picMk id="9" creationId="{64F4C802-60A9-AADA-278F-80699678DEA1}"/>
          </ac:picMkLst>
        </pc:picChg>
      </pc:sldChg>
      <pc:sldChg chg="modSp">
        <pc:chgData name="Mercado, Jesus" userId="S::jxm230002@utdallas.edu::6b49895b-6f6e-40f9-b799-20688d354191" providerId="AD" clId="Web-{C7A9FAAC-2A6F-8725-38F8-813C547E281C}" dt="2025-11-17T17:38:49.466" v="396" actId="20577"/>
        <pc:sldMkLst>
          <pc:docMk/>
          <pc:sldMk cId="4151015150" sldId="269"/>
        </pc:sldMkLst>
        <pc:spChg chg="mod">
          <ac:chgData name="Mercado, Jesus" userId="S::jxm230002@utdallas.edu::6b49895b-6f6e-40f9-b799-20688d354191" providerId="AD" clId="Web-{C7A9FAAC-2A6F-8725-38F8-813C547E281C}" dt="2025-11-17T17:17:49.738" v="11" actId="20577"/>
          <ac:spMkLst>
            <pc:docMk/>
            <pc:sldMk cId="4151015150" sldId="269"/>
            <ac:spMk id="2" creationId="{22C21F49-A8D3-6423-D603-69F5ED3B185B}"/>
          </ac:spMkLst>
        </pc:spChg>
        <pc:spChg chg="mod">
          <ac:chgData name="Mercado, Jesus" userId="S::jxm230002@utdallas.edu::6b49895b-6f6e-40f9-b799-20688d354191" providerId="AD" clId="Web-{C7A9FAAC-2A6F-8725-38F8-813C547E281C}" dt="2025-11-17T17:38:49.466" v="396" actId="20577"/>
          <ac:spMkLst>
            <pc:docMk/>
            <pc:sldMk cId="4151015150" sldId="269"/>
            <ac:spMk id="3" creationId="{168EF4B6-1CF7-A1F3-E15D-18848FBF0E87}"/>
          </ac:spMkLst>
        </pc:spChg>
      </pc:sldChg>
      <pc:sldChg chg="addSp modSp new mod setBg">
        <pc:chgData name="Mercado, Jesus" userId="S::jxm230002@utdallas.edu::6b49895b-6f6e-40f9-b799-20688d354191" providerId="AD" clId="Web-{C7A9FAAC-2A6F-8725-38F8-813C547E281C}" dt="2025-11-17T17:42:14.146" v="439" actId="20577"/>
        <pc:sldMkLst>
          <pc:docMk/>
          <pc:sldMk cId="2603532816" sldId="272"/>
        </pc:sldMkLst>
        <pc:spChg chg="mod">
          <ac:chgData name="Mercado, Jesus" userId="S::jxm230002@utdallas.edu::6b49895b-6f6e-40f9-b799-20688d354191" providerId="AD" clId="Web-{C7A9FAAC-2A6F-8725-38F8-813C547E281C}" dt="2025-11-17T17:42:14.146" v="439" actId="20577"/>
          <ac:spMkLst>
            <pc:docMk/>
            <pc:sldMk cId="2603532816" sldId="272"/>
            <ac:spMk id="2" creationId="{238B2241-560B-506C-30B9-40B205644384}"/>
          </ac:spMkLst>
        </pc:spChg>
        <pc:spChg chg="mod">
          <ac:chgData name="Mercado, Jesus" userId="S::jxm230002@utdallas.edu::6b49895b-6f6e-40f9-b799-20688d354191" providerId="AD" clId="Web-{C7A9FAAC-2A6F-8725-38F8-813C547E281C}" dt="2025-11-17T17:41:37.208" v="429"/>
          <ac:spMkLst>
            <pc:docMk/>
            <pc:sldMk cId="2603532816" sldId="272"/>
            <ac:spMk id="3" creationId="{9BF0A4E2-E8D4-5FE3-73AB-1F353A922B3D}"/>
          </ac:spMkLst>
        </pc:spChg>
        <pc:picChg chg="add mod">
          <ac:chgData name="Mercado, Jesus" userId="S::jxm230002@utdallas.edu::6b49895b-6f6e-40f9-b799-20688d354191" providerId="AD" clId="Web-{C7A9FAAC-2A6F-8725-38F8-813C547E281C}" dt="2025-11-17T17:41:37.208" v="429"/>
          <ac:picMkLst>
            <pc:docMk/>
            <pc:sldMk cId="2603532816" sldId="272"/>
            <ac:picMk id="4" creationId="{19BCBD95-DB25-4EAA-0EDE-40D934E71E15}"/>
          </ac:picMkLst>
        </pc:picChg>
        <pc:picChg chg="add mod">
          <ac:chgData name="Mercado, Jesus" userId="S::jxm230002@utdallas.edu::6b49895b-6f6e-40f9-b799-20688d354191" providerId="AD" clId="Web-{C7A9FAAC-2A6F-8725-38F8-813C547E281C}" dt="2025-11-17T17:41:37.208" v="429"/>
          <ac:picMkLst>
            <pc:docMk/>
            <pc:sldMk cId="2603532816" sldId="272"/>
            <ac:picMk id="5" creationId="{A76432AD-0125-54F0-405E-B0E11B25D608}"/>
          </ac:picMkLst>
        </pc:picChg>
        <pc:picChg chg="add mod">
          <ac:chgData name="Mercado, Jesus" userId="S::jxm230002@utdallas.edu::6b49895b-6f6e-40f9-b799-20688d354191" providerId="AD" clId="Web-{C7A9FAAC-2A6F-8725-38F8-813C547E281C}" dt="2025-11-17T17:41:37.208" v="429"/>
          <ac:picMkLst>
            <pc:docMk/>
            <pc:sldMk cId="2603532816" sldId="272"/>
            <ac:picMk id="6" creationId="{57936FB4-FB62-8430-0E52-2808BBD4E024}"/>
          </ac:picMkLst>
        </pc:picChg>
      </pc:sldChg>
      <pc:sldChg chg="addSp modSp new mod ord setBg">
        <pc:chgData name="Mercado, Jesus" userId="S::jxm230002@utdallas.edu::6b49895b-6f6e-40f9-b799-20688d354191" providerId="AD" clId="Web-{C7A9FAAC-2A6F-8725-38F8-813C547E281C}" dt="2025-11-17T18:54:43.686" v="611" actId="20577"/>
        <pc:sldMkLst>
          <pc:docMk/>
          <pc:sldMk cId="2710511337" sldId="273"/>
        </pc:sldMkLst>
        <pc:spChg chg="mod">
          <ac:chgData name="Mercado, Jesus" userId="S::jxm230002@utdallas.edu::6b49895b-6f6e-40f9-b799-20688d354191" providerId="AD" clId="Web-{C7A9FAAC-2A6F-8725-38F8-813C547E281C}" dt="2025-11-17T18:41:56.780" v="608"/>
          <ac:spMkLst>
            <pc:docMk/>
            <pc:sldMk cId="2710511337" sldId="273"/>
            <ac:spMk id="2" creationId="{60189E7C-2E0A-7F0C-A7E5-64D492502F22}"/>
          </ac:spMkLst>
        </pc:spChg>
        <pc:spChg chg="mod ord">
          <ac:chgData name="Mercado, Jesus" userId="S::jxm230002@utdallas.edu::6b49895b-6f6e-40f9-b799-20688d354191" providerId="AD" clId="Web-{C7A9FAAC-2A6F-8725-38F8-813C547E281C}" dt="2025-11-17T18:54:43.686" v="611" actId="20577"/>
          <ac:spMkLst>
            <pc:docMk/>
            <pc:sldMk cId="2710511337" sldId="273"/>
            <ac:spMk id="3" creationId="{535D5B82-D741-3C4A-914D-EB868DDD8396}"/>
          </ac:spMkLst>
        </pc:spChg>
        <pc:picChg chg="add mod">
          <ac:chgData name="Mercado, Jesus" userId="S::jxm230002@utdallas.edu::6b49895b-6f6e-40f9-b799-20688d354191" providerId="AD" clId="Web-{C7A9FAAC-2A6F-8725-38F8-813C547E281C}" dt="2025-11-17T18:41:56.780" v="608"/>
          <ac:picMkLst>
            <pc:docMk/>
            <pc:sldMk cId="2710511337" sldId="273"/>
            <ac:picMk id="4" creationId="{35500E25-4B93-A681-18A5-1C0BC6536AEF}"/>
          </ac:picMkLst>
        </pc:picChg>
      </pc:sldChg>
    </pc:docChg>
  </pc:docChgLst>
  <pc:docChgLst>
    <pc:chgData name="Powers, Mason Davis" userId="S::mdp220002@utdallas.edu::9c8dbad7-e5d9-4ef3-9fc5-4c6c30b6e4a7" providerId="AD" clId="Web-{00871F1D-CB1C-F58B-60DD-35EF289E2C9F}"/>
    <pc:docChg chg="modSld">
      <pc:chgData name="Powers, Mason Davis" userId="S::mdp220002@utdallas.edu::9c8dbad7-e5d9-4ef3-9fc5-4c6c30b6e4a7" providerId="AD" clId="Web-{00871F1D-CB1C-F58B-60DD-35EF289E2C9F}" dt="2025-11-17T12:28:34.621" v="4" actId="20577"/>
      <pc:docMkLst>
        <pc:docMk/>
      </pc:docMkLst>
      <pc:sldChg chg="addSp modSp">
        <pc:chgData name="Powers, Mason Davis" userId="S::mdp220002@utdallas.edu::9c8dbad7-e5d9-4ef3-9fc5-4c6c30b6e4a7" providerId="AD" clId="Web-{00871F1D-CB1C-F58B-60DD-35EF289E2C9F}" dt="2025-11-17T12:28:34.621" v="4" actId="20577"/>
        <pc:sldMkLst>
          <pc:docMk/>
          <pc:sldMk cId="2744855315" sldId="270"/>
        </pc:sldMkLst>
        <pc:spChg chg="add mod">
          <ac:chgData name="Powers, Mason Davis" userId="S::mdp220002@utdallas.edu::9c8dbad7-e5d9-4ef3-9fc5-4c6c30b6e4a7" providerId="AD" clId="Web-{00871F1D-CB1C-F58B-60DD-35EF289E2C9F}" dt="2025-11-17T12:28:34.621" v="4" actId="20577"/>
          <ac:spMkLst>
            <pc:docMk/>
            <pc:sldMk cId="2744855315" sldId="270"/>
            <ac:spMk id="3" creationId="{1C143FEE-C4F4-61C4-C7BB-013E6E5E8E7A}"/>
          </ac:spMkLst>
        </pc:spChg>
      </pc:sldChg>
    </pc:docChg>
  </pc:docChgLst>
  <pc:docChgLst>
    <pc:chgData name="Dye, Anthony William" userId="6b6fbb82-d5b9-4378-99af-d01874b2516d" providerId="ADAL" clId="{EE867D61-DACD-5CE5-886C-CBD9C6F2E258}"/>
    <pc:docChg chg="modSld">
      <pc:chgData name="Dye, Anthony William" userId="6b6fbb82-d5b9-4378-99af-d01874b2516d" providerId="ADAL" clId="{EE867D61-DACD-5CE5-886C-CBD9C6F2E258}" dt="2025-11-17T06:23:12.107" v="4"/>
      <pc:docMkLst>
        <pc:docMk/>
      </pc:docMkLst>
      <pc:sldChg chg="addSp delSp modSp mod">
        <pc:chgData name="Dye, Anthony William" userId="6b6fbb82-d5b9-4378-99af-d01874b2516d" providerId="ADAL" clId="{EE867D61-DACD-5CE5-886C-CBD9C6F2E258}" dt="2025-11-17T06:23:12.107" v="4"/>
        <pc:sldMkLst>
          <pc:docMk/>
          <pc:sldMk cId="1308327048" sldId="259"/>
        </pc:sldMkLst>
        <pc:spChg chg="mod">
          <ac:chgData name="Dye, Anthony William" userId="6b6fbb82-d5b9-4378-99af-d01874b2516d" providerId="ADAL" clId="{EE867D61-DACD-5CE5-886C-CBD9C6F2E258}" dt="2025-11-17T06:23:07.713" v="2" actId="113"/>
          <ac:spMkLst>
            <pc:docMk/>
            <pc:sldMk cId="1308327048" sldId="259"/>
            <ac:spMk id="3" creationId="{7E9BFA8C-2B0B-529C-148B-266FB8A02788}"/>
          </ac:spMkLst>
        </pc:spChg>
        <pc:spChg chg="add del mod">
          <ac:chgData name="Dye, Anthony William" userId="6b6fbb82-d5b9-4378-99af-d01874b2516d" providerId="ADAL" clId="{EE867D61-DACD-5CE5-886C-CBD9C6F2E258}" dt="2025-11-17T06:23:12.107" v="4"/>
          <ac:spMkLst>
            <pc:docMk/>
            <pc:sldMk cId="1308327048" sldId="259"/>
            <ac:spMk id="4" creationId="{4E2428F6-1953-BBCB-9464-D549F97E7033}"/>
          </ac:spMkLst>
        </pc:spChg>
        <pc:spChg chg="add">
          <ac:chgData name="Dye, Anthony William" userId="6b6fbb82-d5b9-4378-99af-d01874b2516d" providerId="ADAL" clId="{EE867D61-DACD-5CE5-886C-CBD9C6F2E258}" dt="2025-11-17T05:47:22.179" v="1"/>
          <ac:spMkLst>
            <pc:docMk/>
            <pc:sldMk cId="1308327048" sldId="259"/>
            <ac:spMk id="5" creationId="{2364F999-5114-9C7A-3EF8-F4820E14E2DA}"/>
          </ac:spMkLst>
        </pc:spChg>
      </pc:sldChg>
    </pc:docChg>
  </pc:docChgLst>
  <pc:docChgLst>
    <pc:chgData name="Dye, Anthony William" userId="S::awd240000@utdallas.edu::6b6fbb82-d5b9-4378-99af-d01874b2516d" providerId="AD" clId="Web-{74C040E1-C69A-39F3-E385-B95AAED4B906}"/>
    <pc:docChg chg="modSld">
      <pc:chgData name="Dye, Anthony William" userId="S::awd240000@utdallas.edu::6b6fbb82-d5b9-4378-99af-d01874b2516d" providerId="AD" clId="Web-{74C040E1-C69A-39F3-E385-B95AAED4B906}" dt="2025-11-18T05:57:43.958" v="24" actId="20577"/>
      <pc:docMkLst>
        <pc:docMk/>
      </pc:docMkLst>
      <pc:sldChg chg="modSp">
        <pc:chgData name="Dye, Anthony William" userId="S::awd240000@utdallas.edu::6b6fbb82-d5b9-4378-99af-d01874b2516d" providerId="AD" clId="Web-{74C040E1-C69A-39F3-E385-B95AAED4B906}" dt="2025-11-18T05:48:52.081" v="3" actId="20577"/>
        <pc:sldMkLst>
          <pc:docMk/>
          <pc:sldMk cId="911267301" sldId="260"/>
        </pc:sldMkLst>
        <pc:spChg chg="mod">
          <ac:chgData name="Dye, Anthony William" userId="S::awd240000@utdallas.edu::6b6fbb82-d5b9-4378-99af-d01874b2516d" providerId="AD" clId="Web-{74C040E1-C69A-39F3-E385-B95AAED4B906}" dt="2025-11-18T05:48:52.081" v="3" actId="20577"/>
          <ac:spMkLst>
            <pc:docMk/>
            <pc:sldMk cId="911267301" sldId="260"/>
            <ac:spMk id="15" creationId="{4AE5E95A-283D-F4DD-BAC7-35E1C1BF062A}"/>
          </ac:spMkLst>
        </pc:spChg>
      </pc:sldChg>
      <pc:sldChg chg="addSp delSp modSp">
        <pc:chgData name="Dye, Anthony William" userId="S::awd240000@utdallas.edu::6b6fbb82-d5b9-4378-99af-d01874b2516d" providerId="AD" clId="Web-{74C040E1-C69A-39F3-E385-B95AAED4B906}" dt="2025-11-18T05:57:43.958" v="24" actId="20577"/>
        <pc:sldMkLst>
          <pc:docMk/>
          <pc:sldMk cId="3574307478" sldId="267"/>
        </pc:sldMkLst>
        <pc:spChg chg="mod">
          <ac:chgData name="Dye, Anthony William" userId="S::awd240000@utdallas.edu::6b6fbb82-d5b9-4378-99af-d01874b2516d" providerId="AD" clId="Web-{74C040E1-C69A-39F3-E385-B95AAED4B906}" dt="2025-11-18T05:57:43.958" v="24" actId="20577"/>
          <ac:spMkLst>
            <pc:docMk/>
            <pc:sldMk cId="3574307478" sldId="267"/>
            <ac:spMk id="2" creationId="{9F827254-E7D7-2189-E418-B0FBFFCD0566}"/>
          </ac:spMkLst>
        </pc:spChg>
        <pc:spChg chg="mod">
          <ac:chgData name="Dye, Anthony William" userId="S::awd240000@utdallas.edu::6b6fbb82-d5b9-4378-99af-d01874b2516d" providerId="AD" clId="Web-{74C040E1-C69A-39F3-E385-B95AAED4B906}" dt="2025-11-18T05:53:23.989" v="11" actId="1076"/>
          <ac:spMkLst>
            <pc:docMk/>
            <pc:sldMk cId="3574307478" sldId="267"/>
            <ac:spMk id="3" creationId="{F0A271AE-4FD3-D777-65BB-8E33C024A7C9}"/>
          </ac:spMkLst>
        </pc:spChg>
        <pc:picChg chg="add mod">
          <ac:chgData name="Dye, Anthony William" userId="S::awd240000@utdallas.edu::6b6fbb82-d5b9-4378-99af-d01874b2516d" providerId="AD" clId="Web-{74C040E1-C69A-39F3-E385-B95AAED4B906}" dt="2025-11-18T05:53:37.426" v="15" actId="14100"/>
          <ac:picMkLst>
            <pc:docMk/>
            <pc:sldMk cId="3574307478" sldId="267"/>
            <ac:picMk id="4" creationId="{92E153F8-B3AC-F2C9-62AE-F3FFD7A91F5F}"/>
          </ac:picMkLst>
        </pc:picChg>
        <pc:picChg chg="del mod">
          <ac:chgData name="Dye, Anthony William" userId="S::awd240000@utdallas.edu::6b6fbb82-d5b9-4378-99af-d01874b2516d" providerId="AD" clId="Web-{74C040E1-C69A-39F3-E385-B95AAED4B906}" dt="2025-11-18T05:53:28.989" v="12"/>
          <ac:picMkLst>
            <pc:docMk/>
            <pc:sldMk cId="3574307478" sldId="267"/>
            <ac:picMk id="5" creationId="{BE4DB59F-D4C1-301E-E5E8-A579833FCB0D}"/>
          </ac:picMkLst>
        </pc:picChg>
        <pc:picChg chg="add mod">
          <ac:chgData name="Dye, Anthony William" userId="S::awd240000@utdallas.edu::6b6fbb82-d5b9-4378-99af-d01874b2516d" providerId="AD" clId="Web-{74C040E1-C69A-39F3-E385-B95AAED4B906}" dt="2025-11-18T05:55:52.708" v="20" actId="1076"/>
          <ac:picMkLst>
            <pc:docMk/>
            <pc:sldMk cId="3574307478" sldId="267"/>
            <ac:picMk id="6" creationId="{AA749C86-9A30-190E-F8C3-0E0FB740BD27}"/>
          </ac:picMkLst>
        </pc:picChg>
      </pc:sldChg>
    </pc:docChg>
  </pc:docChgLst>
  <pc:docChgLst>
    <pc:chgData name="Powers, Mason Davis" userId="S::mdp220002@utdallas.edu::9c8dbad7-e5d9-4ef3-9fc5-4c6c30b6e4a7" providerId="AD" clId="Web-{BD4A1E2F-E03B-9684-A3D1-FCC5287AEA61}"/>
    <pc:docChg chg="modSld">
      <pc:chgData name="Powers, Mason Davis" userId="S::mdp220002@utdallas.edu::9c8dbad7-e5d9-4ef3-9fc5-4c6c30b6e4a7" providerId="AD" clId="Web-{BD4A1E2F-E03B-9684-A3D1-FCC5287AEA61}" dt="2025-11-18T11:26:53.240" v="48" actId="20577"/>
      <pc:docMkLst>
        <pc:docMk/>
      </pc:docMkLst>
      <pc:sldChg chg="addSp modSp mod setBg">
        <pc:chgData name="Powers, Mason Davis" userId="S::mdp220002@utdallas.edu::9c8dbad7-e5d9-4ef3-9fc5-4c6c30b6e4a7" providerId="AD" clId="Web-{BD4A1E2F-E03B-9684-A3D1-FCC5287AEA61}" dt="2025-11-18T11:26:53.240" v="48" actId="20577"/>
        <pc:sldMkLst>
          <pc:docMk/>
          <pc:sldMk cId="2744855315" sldId="270"/>
        </pc:sldMkLst>
        <pc:spChg chg="mod">
          <ac:chgData name="Powers, Mason Davis" userId="S::mdp220002@utdallas.edu::9c8dbad7-e5d9-4ef3-9fc5-4c6c30b6e4a7" providerId="AD" clId="Web-{BD4A1E2F-E03B-9684-A3D1-FCC5287AEA61}" dt="2025-11-18T09:59:55.987" v="24"/>
          <ac:spMkLst>
            <pc:docMk/>
            <pc:sldMk cId="2744855315" sldId="270"/>
            <ac:spMk id="2" creationId="{E39E2584-892C-733A-D692-B9825705239F}"/>
          </ac:spMkLst>
        </pc:spChg>
        <pc:spChg chg="mod">
          <ac:chgData name="Powers, Mason Davis" userId="S::mdp220002@utdallas.edu::9c8dbad7-e5d9-4ef3-9fc5-4c6c30b6e4a7" providerId="AD" clId="Web-{BD4A1E2F-E03B-9684-A3D1-FCC5287AEA61}" dt="2025-11-18T11:26:53.240" v="48" actId="20577"/>
          <ac:spMkLst>
            <pc:docMk/>
            <pc:sldMk cId="2744855315" sldId="270"/>
            <ac:spMk id="5" creationId="{706C2769-4560-2780-3A08-50128968DCD5}"/>
          </ac:spMkLst>
        </pc:spChg>
        <pc:spChg chg="ord">
          <ac:chgData name="Powers, Mason Davis" userId="S::mdp220002@utdallas.edu::9c8dbad7-e5d9-4ef3-9fc5-4c6c30b6e4a7" providerId="AD" clId="Web-{BD4A1E2F-E03B-9684-A3D1-FCC5287AEA61}" dt="2025-11-18T09:59:55.987" v="24"/>
          <ac:spMkLst>
            <pc:docMk/>
            <pc:sldMk cId="2744855315" sldId="270"/>
            <ac:spMk id="17" creationId="{03449FA0-ED8D-1802-1B5E-0AD5D2143BE5}"/>
          </ac:spMkLst>
        </pc:spChg>
        <pc:picChg chg="add mod">
          <ac:chgData name="Powers, Mason Davis" userId="S::mdp220002@utdallas.edu::9c8dbad7-e5d9-4ef3-9fc5-4c6c30b6e4a7" providerId="AD" clId="Web-{BD4A1E2F-E03B-9684-A3D1-FCC5287AEA61}" dt="2025-11-18T10:00:13.909" v="25" actId="14100"/>
          <ac:picMkLst>
            <pc:docMk/>
            <pc:sldMk cId="2744855315" sldId="270"/>
            <ac:picMk id="3" creationId="{46C0E78C-9B22-5768-8C18-E0C66CE0FA07}"/>
          </ac:picMkLst>
        </pc:picChg>
        <pc:picChg chg="add mod">
          <ac:chgData name="Powers, Mason Davis" userId="S::mdp220002@utdallas.edu::9c8dbad7-e5d9-4ef3-9fc5-4c6c30b6e4a7" providerId="AD" clId="Web-{BD4A1E2F-E03B-9684-A3D1-FCC5287AEA61}" dt="2025-11-18T10:00:16.894" v="26" actId="14100"/>
          <ac:picMkLst>
            <pc:docMk/>
            <pc:sldMk cId="2744855315" sldId="270"/>
            <ac:picMk id="4" creationId="{598795DA-9DBC-6DB6-5395-7881B6B39AAE}"/>
          </ac:picMkLst>
        </pc:picChg>
        <pc:picChg chg="mod ord">
          <ac:chgData name="Powers, Mason Davis" userId="S::mdp220002@utdallas.edu::9c8dbad7-e5d9-4ef3-9fc5-4c6c30b6e4a7" providerId="AD" clId="Web-{BD4A1E2F-E03B-9684-A3D1-FCC5287AEA61}" dt="2025-11-18T10:00:23.394" v="29" actId="1076"/>
          <ac:picMkLst>
            <pc:docMk/>
            <pc:sldMk cId="2744855315" sldId="270"/>
            <ac:picMk id="12" creationId="{AEA16504-F97C-E2AF-A122-67A1211021F3}"/>
          </ac:picMkLst>
        </pc:picChg>
      </pc:sldChg>
    </pc:docChg>
  </pc:docChgLst>
  <pc:docChgLst>
    <pc:chgData name="Mercado, Jesus" userId="S::jxm230002@utdallas.edu::6b49895b-6f6e-40f9-b799-20688d354191" providerId="AD" clId="Web-{5C6AFCC5-54A5-DBAD-AC2F-912A943DA243}"/>
    <pc:docChg chg="modSld">
      <pc:chgData name="Mercado, Jesus" userId="S::jxm230002@utdallas.edu::6b49895b-6f6e-40f9-b799-20688d354191" providerId="AD" clId="Web-{5C6AFCC5-54A5-DBAD-AC2F-912A943DA243}" dt="2025-11-18T00:06:16.477" v="1" actId="20577"/>
      <pc:docMkLst>
        <pc:docMk/>
      </pc:docMkLst>
      <pc:sldChg chg="modSp">
        <pc:chgData name="Mercado, Jesus" userId="S::jxm230002@utdallas.edu::6b49895b-6f6e-40f9-b799-20688d354191" providerId="AD" clId="Web-{5C6AFCC5-54A5-DBAD-AC2F-912A943DA243}" dt="2025-11-18T00:06:16.477" v="1" actId="20577"/>
        <pc:sldMkLst>
          <pc:docMk/>
          <pc:sldMk cId="1247355738" sldId="256"/>
        </pc:sldMkLst>
        <pc:spChg chg="mod">
          <ac:chgData name="Mercado, Jesus" userId="S::jxm230002@utdallas.edu::6b49895b-6f6e-40f9-b799-20688d354191" providerId="AD" clId="Web-{5C6AFCC5-54A5-DBAD-AC2F-912A943DA243}" dt="2025-11-18T00:06:16.477" v="1" actId="20577"/>
          <ac:spMkLst>
            <pc:docMk/>
            <pc:sldMk cId="1247355738" sldId="256"/>
            <ac:spMk id="4" creationId="{310D73A4-D572-B666-B3EB-6C8762BD5C5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F17FA-E48C-4023-A0DE-8BABCB62DBE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655A0-CE5F-404B-B11B-EF8E059F7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9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Challenges we faced are setting up the system, and the fact that we lacked experience in web development and database systems.</a:t>
            </a:r>
          </a:p>
          <a:p>
            <a:r>
              <a:rPr lang="en-US"/>
              <a:t>We overcame those challenges through trial and error, as well as with online research.</a:t>
            </a:r>
          </a:p>
          <a:p>
            <a:r>
              <a:rPr lang="en-US"/>
              <a:t>Key lessons to take away are that development often takes longer than planned for, so teams should account for changes and problems.</a:t>
            </a:r>
          </a:p>
          <a:p>
            <a:r>
              <a:rPr lang="en-US"/>
              <a:t>Also, it’s better to start small, because that will lay the groundwork for everybody to know what they are working with.</a:t>
            </a:r>
          </a:p>
          <a:p>
            <a:r>
              <a:rPr lang="en-US"/>
              <a:t>An improvement we could’ve made is implementing a schedule generator that outputs all permutations of selected sections, like Schedule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655A0-CE5F-404B-B11B-EF8E059F742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19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3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3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93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55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84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9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55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7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7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2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5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57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180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23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178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45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59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tAPi2w-Nug?feature=oembed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7828-2AFC-9AA6-F61F-FFCD97D4E2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97E54-0CE2-EB84-632A-6A02E18C7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7559" y="5200540"/>
            <a:ext cx="7222519" cy="825768"/>
          </a:xfrm>
        </p:spPr>
        <p:txBody>
          <a:bodyPr>
            <a:normAutofit lnSpcReduction="10000"/>
          </a:bodyPr>
          <a:lstStyle/>
          <a:p>
            <a:pPr algn="l"/>
            <a:r>
              <a:rPr lang="en-US"/>
              <a:t>Made By Team 3:  Anthony Dye, Kenton Le, Mason Powers, </a:t>
            </a:r>
          </a:p>
          <a:p>
            <a:pPr algn="l"/>
            <a:r>
              <a:rPr lang="en-US"/>
              <a:t>Jesus Mercado, Marcos Benitez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0D73A4-D572-B666-B3EB-6C8762BD5C5F}"/>
              </a:ext>
            </a:extLst>
          </p:cNvPr>
          <p:cNvSpPr txBox="1"/>
          <p:nvPr/>
        </p:nvSpPr>
        <p:spPr>
          <a:xfrm>
            <a:off x="2559685" y="291062"/>
            <a:ext cx="7071901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>
                <a:latin typeface="Corbel"/>
              </a:rPr>
              <a:t>CS </a:t>
            </a:r>
            <a:r>
              <a:rPr lang="en-US" sz="4400">
                <a:latin typeface="Calibri"/>
                <a:ea typeface="Calibri"/>
                <a:cs typeface="Calibri"/>
              </a:rPr>
              <a:t>3354</a:t>
            </a:r>
            <a:r>
              <a:rPr lang="en-US" sz="4400">
                <a:latin typeface="Corbel"/>
              </a:rPr>
              <a:t> Team </a:t>
            </a:r>
            <a:r>
              <a:rPr lang="en-US" sz="4400">
                <a:latin typeface="Calibri"/>
                <a:ea typeface="Calibri"/>
                <a:cs typeface="Calibri"/>
              </a:rPr>
              <a:t>3</a:t>
            </a:r>
            <a:r>
              <a:rPr lang="en-US" sz="4400">
                <a:latin typeface="Corbel"/>
              </a:rPr>
              <a:t> Group Project: University</a:t>
            </a:r>
            <a:r>
              <a:rPr lang="en-US" sz="4400" baseline="0">
                <a:latin typeface="Corbel"/>
              </a:rPr>
              <a:t> Portal</a:t>
            </a:r>
            <a:r>
              <a:rPr lang="en-US" sz="4400">
                <a:latin typeface="Corbel"/>
                <a:ea typeface="Corbel"/>
                <a:cs typeface="Corbel"/>
              </a:rPr>
              <a:t>​</a:t>
            </a:r>
            <a:endParaRPr lang="en-US" sz="4400"/>
          </a:p>
          <a:p>
            <a:pPr algn="ctr"/>
            <a:endParaRPr lang="en-US"/>
          </a:p>
        </p:txBody>
      </p:sp>
      <p:pic>
        <p:nvPicPr>
          <p:cNvPr id="8" name="Picture 7" descr="Image attachment uploaded at  by Tony dye">
            <a:extLst>
              <a:ext uri="{FF2B5EF4-FFF2-40B4-BE49-F238E27FC236}">
                <a16:creationId xmlns:a16="http://schemas.microsoft.com/office/drawing/2014/main" id="{ED36CA7A-03F4-3964-1D61-4AEDE11F8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34" y="2159799"/>
            <a:ext cx="4520256" cy="252004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F4C802-60A9-AADA-278F-80699678D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837" y="2149386"/>
            <a:ext cx="4521621" cy="252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35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9657E-8ACA-1A3E-A2D8-295C4AD78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044" y="347133"/>
            <a:ext cx="7563380" cy="1205088"/>
          </a:xfrm>
        </p:spPr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6E86C-4E1D-7298-8047-6A24B2053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E4098-3CF1-240B-5E1A-6E3AA4D0491F}"/>
              </a:ext>
            </a:extLst>
          </p:cNvPr>
          <p:cNvSpPr txBox="1"/>
          <p:nvPr/>
        </p:nvSpPr>
        <p:spPr>
          <a:xfrm>
            <a:off x="2691983" y="1780082"/>
            <a:ext cx="8812966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Our system is a web-based class registration platform for </a:t>
            </a:r>
            <a:r>
              <a:rPr lang="en-US" sz="2800" b="1">
                <a:ea typeface="+mn-lt"/>
                <a:cs typeface="+mn-lt"/>
              </a:rPr>
              <a:t>students</a:t>
            </a:r>
            <a:r>
              <a:rPr lang="en-US" sz="2800">
                <a:ea typeface="+mn-lt"/>
                <a:cs typeface="+mn-lt"/>
              </a:rPr>
              <a:t>, </a:t>
            </a:r>
            <a:r>
              <a:rPr lang="en-US" sz="2800" b="1">
                <a:ea typeface="+mn-lt"/>
                <a:cs typeface="+mn-lt"/>
              </a:rPr>
              <a:t>professors</a:t>
            </a:r>
            <a:r>
              <a:rPr lang="en-US" sz="2800">
                <a:ea typeface="+mn-lt"/>
                <a:cs typeface="+mn-lt"/>
              </a:rPr>
              <a:t>, and </a:t>
            </a:r>
            <a:r>
              <a:rPr lang="en-US" sz="2800" b="1">
                <a:ea typeface="+mn-lt"/>
                <a:cs typeface="+mn-lt"/>
              </a:rPr>
              <a:t>administrators</a:t>
            </a:r>
            <a:r>
              <a:rPr lang="en-US" sz="2800">
                <a:ea typeface="+mn-lt"/>
                <a:cs typeface="+mn-lt"/>
              </a:rPr>
              <a:t>.</a:t>
            </a:r>
            <a:endParaRPr lang="en-US" sz="2800"/>
          </a:p>
          <a:p>
            <a:pPr marL="285750" indent="-285750">
              <a:buFont typeface="Arial"/>
              <a:buChar char="•"/>
            </a:pPr>
            <a:endParaRPr lang="en-US" sz="28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Problem solved:</a:t>
            </a:r>
            <a:r>
              <a:rPr lang="en-US" sz="2800">
                <a:ea typeface="+mn-lt"/>
                <a:cs typeface="+mn-lt"/>
              </a:rPr>
              <a:t> replaces confusing / limited registration processes with a clearer, more reliable, and automated system.</a:t>
            </a:r>
            <a:endParaRPr lang="en-US" sz="28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80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59364-B98C-E1A4-98B7-85DDDC136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628"/>
            <a:ext cx="10018713" cy="1752599"/>
          </a:xfrm>
        </p:spPr>
        <p:txBody>
          <a:bodyPr/>
          <a:lstStyle/>
          <a:p>
            <a:r>
              <a:rPr lang="en-US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34ECD-2CC6-6348-803D-5FCCBF9A0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8088" y="1436510"/>
            <a:ext cx="10018713" cy="4761089"/>
          </a:xfrm>
        </p:spPr>
        <p:txBody>
          <a:bodyPr>
            <a:normAutofit/>
          </a:bodyPr>
          <a:lstStyle/>
          <a:p>
            <a:pPr>
              <a:buClr>
                <a:srgbClr val="688727"/>
              </a:buClr>
            </a:pPr>
            <a:r>
              <a:rPr lang="en-US">
                <a:ea typeface="+mn-lt"/>
                <a:cs typeface="+mn-lt"/>
              </a:rPr>
              <a:t>Secure login + authentication for all user types</a:t>
            </a:r>
            <a:endParaRPr lang="en-US"/>
          </a:p>
          <a:p>
            <a:pPr>
              <a:buClr>
                <a:srgbClr val="688727"/>
              </a:buClr>
            </a:pPr>
            <a:r>
              <a:rPr lang="en-US">
                <a:ea typeface="+mn-lt"/>
                <a:cs typeface="+mn-lt"/>
              </a:rPr>
              <a:t>Students - search, filter, add/drop classes, manage schedules, and </a:t>
            </a:r>
            <a:r>
              <a:rPr lang="en-US" err="1">
                <a:ea typeface="+mn-lt"/>
                <a:cs typeface="+mn-lt"/>
              </a:rPr>
              <a:t>joinwaitlists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688727"/>
              </a:buClr>
              <a:buFont typeface="Arial,Sans-Serif"/>
            </a:pPr>
            <a:r>
              <a:rPr lang="en-US">
                <a:ea typeface="+mn-lt"/>
                <a:cs typeface="+mn-lt"/>
              </a:rPr>
              <a:t>Professors - post courses, edit information, and upload syllabi.</a:t>
            </a:r>
          </a:p>
          <a:p>
            <a:pPr>
              <a:buClr>
                <a:srgbClr val="688727"/>
              </a:buClr>
            </a:pPr>
            <a:r>
              <a:rPr lang="en-US">
                <a:ea typeface="+mn-lt"/>
                <a:cs typeface="+mn-lt"/>
              </a:rPr>
              <a:t>Administrators - override actions, manage accounts, and control registration windows.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82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CE67-CACC-055E-5AEA-851FEDD6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822"/>
            <a:ext cx="10018713" cy="1752599"/>
          </a:xfrm>
        </p:spPr>
        <p:txBody>
          <a:bodyPr/>
          <a:lstStyle/>
          <a:p>
            <a:r>
              <a:rPr lang="en-US"/>
              <a:t>Development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BFA8C-2B0B-529C-148B-266FB8A02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22777"/>
            <a:ext cx="10018713" cy="4168423"/>
          </a:xfrm>
        </p:spPr>
        <p:txBody>
          <a:bodyPr>
            <a:normAutofit/>
          </a:bodyPr>
          <a:lstStyle/>
          <a:p>
            <a:r>
              <a:rPr lang="en-US">
                <a:ea typeface="+mn-lt"/>
                <a:cs typeface="+mn-lt"/>
              </a:rPr>
              <a:t>We use Agile because the system is not life-critical and benefits from fast iteration.</a:t>
            </a:r>
            <a:endParaRPr lang="en-US"/>
          </a:p>
          <a:p>
            <a:pPr>
              <a:buClr>
                <a:srgbClr val="688727"/>
              </a:buClr>
            </a:pPr>
            <a:r>
              <a:rPr lang="en-US">
                <a:ea typeface="+mn-lt"/>
                <a:cs typeface="+mn-lt"/>
              </a:rPr>
              <a:t>2 week sprints allowed us to build core features first, then expand as time allowed.</a:t>
            </a:r>
            <a:endParaRPr lang="en-US"/>
          </a:p>
          <a:p>
            <a:pPr>
              <a:buClr>
                <a:srgbClr val="688727"/>
              </a:buClr>
            </a:pPr>
            <a:r>
              <a:rPr lang="en-US">
                <a:ea typeface="+mn-lt"/>
                <a:cs typeface="+mn-lt"/>
              </a:rPr>
              <a:t>Agile supports changing requirements as we understood the system better.</a:t>
            </a:r>
            <a:endParaRPr lang="en-US"/>
          </a:p>
          <a:p>
            <a:pPr>
              <a:buClr>
                <a:srgbClr val="688727"/>
              </a:buClr>
            </a:pPr>
            <a:r>
              <a:rPr lang="en-US">
                <a:ea typeface="+mn-lt"/>
                <a:cs typeface="+mn-lt"/>
              </a:rPr>
              <a:t>Continuous testing ensured each sprint produced a working piece of the final application.</a:t>
            </a:r>
            <a:endParaRPr lang="en-US"/>
          </a:p>
          <a:p>
            <a:pPr>
              <a:buClr>
                <a:srgbClr val="688727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27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040BB-CE3D-C29C-711E-8D390CBA3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867" y="2822"/>
            <a:ext cx="10018713" cy="1752599"/>
          </a:xfrm>
        </p:spPr>
        <p:txBody>
          <a:bodyPr/>
          <a:lstStyle/>
          <a:p>
            <a:r>
              <a:rPr lang="en-US"/>
              <a:t>Requirements Guided Everything</a:t>
            </a:r>
          </a:p>
        </p:txBody>
      </p:sp>
      <p:pic>
        <p:nvPicPr>
          <p:cNvPr id="14" name="Content Placeholder 13" descr="A diagram of a class registration system&#10;&#10;AI-generated content may be incorrect.">
            <a:extLst>
              <a:ext uri="{FF2B5EF4-FFF2-40B4-BE49-F238E27FC236}">
                <a16:creationId xmlns:a16="http://schemas.microsoft.com/office/drawing/2014/main" id="{6C01F859-DF0F-6AC7-A172-8050BE5A9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02036" y="1533605"/>
            <a:ext cx="4285664" cy="47314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AE5E95A-283D-F4DD-BAC7-35E1C1BF062A}"/>
              </a:ext>
            </a:extLst>
          </p:cNvPr>
          <p:cNvSpPr txBox="1"/>
          <p:nvPr/>
        </p:nvSpPr>
        <p:spPr>
          <a:xfrm>
            <a:off x="1888991" y="1773731"/>
            <a:ext cx="5250756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It all started at login. </a:t>
            </a:r>
            <a:br>
              <a:rPr lang="en-US"/>
            </a:br>
            <a:br>
              <a:rPr lang="en-US"/>
            </a:br>
            <a:r>
              <a:rPr lang="en-US">
                <a:ea typeface="+mn-lt"/>
                <a:cs typeface="+mn-lt"/>
              </a:rPr>
              <a:t>Each functional requirement from Deliverable I directly maps to a use-case in our diagram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The diagram visually separates the three major user roles—students, professors, and system administrators—matching the stakeholder requirements we identified</a:t>
            </a:r>
            <a:br>
              <a:rPr lang="en-US">
                <a:ea typeface="+mn-lt"/>
                <a:cs typeface="+mn-lt"/>
              </a:rPr>
            </a:br>
            <a:br>
              <a:rPr lang="en-US"/>
            </a:br>
            <a:r>
              <a:rPr lang="en-US">
                <a:ea typeface="+mn-lt"/>
                <a:cs typeface="+mn-lt"/>
              </a:rPr>
              <a:t>The central "Log In" use-case ties back to our authentication requirements and drives the flow into each role-specific subsystem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67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flowchart&#10;&#10;AI-generated content may be incorrect.">
            <a:extLst>
              <a:ext uri="{FF2B5EF4-FFF2-40B4-BE49-F238E27FC236}">
                <a16:creationId xmlns:a16="http://schemas.microsoft.com/office/drawing/2014/main" id="{ED8D6E48-D80C-A84F-7DE0-DAF679797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9" y="-54429"/>
            <a:ext cx="12190176" cy="713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749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7254-E7D7-2189-E418-B0FBFFCD0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753" y="1256"/>
            <a:ext cx="5559602" cy="1216377"/>
          </a:xfrm>
        </p:spPr>
        <p:txBody>
          <a:bodyPr/>
          <a:lstStyle/>
          <a:p>
            <a:r>
              <a:rPr lang="en-US" u="sng"/>
              <a:t>Process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271AE-4FD3-D777-65BB-8E33C024A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2977" y="3428999"/>
            <a:ext cx="10018713" cy="3124201"/>
          </a:xfrm>
        </p:spPr>
        <p:txBody>
          <a:bodyPr>
            <a:normAutofit fontScale="92500" lnSpcReduction="20000"/>
          </a:bodyPr>
          <a:lstStyle/>
          <a:p>
            <a:r>
              <a:rPr lang="en-US">
                <a:ea typeface="+mn-lt"/>
                <a:cs typeface="+mn-lt"/>
              </a:rPr>
              <a:t>Our activity diagram from Deliverable II shows how each requirement from Deliverable I transforms into actual system behavior and user flow</a:t>
            </a:r>
          </a:p>
          <a:p>
            <a:pPr>
              <a:buClr>
                <a:srgbClr val="688727"/>
              </a:buClr>
            </a:pPr>
            <a:r>
              <a:rPr lang="en-US">
                <a:ea typeface="+mn-lt"/>
                <a:cs typeface="+mn-lt"/>
              </a:rPr>
              <a:t>This process model allowed us to validate that every requirement had a clear path in the system before building the architecture</a:t>
            </a:r>
            <a:endParaRPr lang="en-US"/>
          </a:p>
          <a:p>
            <a:pPr>
              <a:buClr>
                <a:srgbClr val="688727"/>
              </a:buClr>
            </a:pPr>
            <a:r>
              <a:rPr lang="en-US">
                <a:ea typeface="+mn-lt"/>
                <a:cs typeface="+mn-lt"/>
              </a:rPr>
              <a:t>Verifiability – can you test it?</a:t>
            </a:r>
          </a:p>
          <a:p>
            <a:pPr>
              <a:buClr>
                <a:srgbClr val="688727"/>
              </a:buClr>
            </a:pPr>
            <a:r>
              <a:rPr lang="en-US">
                <a:ea typeface="+mn-lt"/>
                <a:cs typeface="+mn-lt"/>
              </a:rPr>
              <a:t> Comprehensibility – is it clear? </a:t>
            </a:r>
            <a:endParaRPr lang="en-US"/>
          </a:p>
          <a:p>
            <a:pPr>
              <a:buClr>
                <a:srgbClr val="688727"/>
              </a:buClr>
            </a:pPr>
            <a:r>
              <a:rPr lang="en-US">
                <a:ea typeface="+mn-lt"/>
                <a:cs typeface="+mn-lt"/>
              </a:rPr>
              <a:t>Traceability – do you know where it came from? </a:t>
            </a:r>
          </a:p>
          <a:p>
            <a:pPr>
              <a:buClr>
                <a:srgbClr val="688727"/>
              </a:buClr>
            </a:pPr>
            <a:r>
              <a:rPr lang="en-US">
                <a:ea typeface="+mn-lt"/>
                <a:cs typeface="+mn-lt"/>
              </a:rPr>
              <a:t> Adaptability – can it be changed later?</a:t>
            </a:r>
            <a:endParaRPr lang="en-US"/>
          </a:p>
          <a:p>
            <a:pPr>
              <a:buClr>
                <a:srgbClr val="688727"/>
              </a:buClr>
            </a:pPr>
            <a:endParaRPr lang="en-US"/>
          </a:p>
        </p:txBody>
      </p:sp>
      <p:pic>
        <p:nvPicPr>
          <p:cNvPr id="4" name="Picture 3" descr="A diagram of a login&#10;&#10;AI-generated content may be incorrect.">
            <a:extLst>
              <a:ext uri="{FF2B5EF4-FFF2-40B4-BE49-F238E27FC236}">
                <a16:creationId xmlns:a16="http://schemas.microsoft.com/office/drawing/2014/main" id="{92E153F8-B3AC-F2C9-62AE-F3FFD7A91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156" y="170075"/>
            <a:ext cx="6152444" cy="2775581"/>
          </a:xfrm>
          <a:prstGeom prst="rect">
            <a:avLst/>
          </a:prstGeom>
        </p:spPr>
      </p:pic>
      <p:pic>
        <p:nvPicPr>
          <p:cNvPr id="6" name="Picture 5" descr="A screen shot of a login form&#10;&#10;AI-generated content may be incorrect.">
            <a:extLst>
              <a:ext uri="{FF2B5EF4-FFF2-40B4-BE49-F238E27FC236}">
                <a16:creationId xmlns:a16="http://schemas.microsoft.com/office/drawing/2014/main" id="{AA749C86-9A30-190E-F8C3-0E0FB740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479" y="4346221"/>
            <a:ext cx="2158021" cy="238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07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7DC1A-26CC-2E8B-E3D6-F9C51B0AA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03663"/>
            <a:ext cx="10018713" cy="1752599"/>
          </a:xfrm>
        </p:spPr>
        <p:txBody>
          <a:bodyPr/>
          <a:lstStyle/>
          <a:p>
            <a:r>
              <a:rPr lang="en-US"/>
              <a:t>Development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B43AB-D7D3-EEF3-DFC8-C589E1210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Three main phases: planning, development, and testing</a:t>
            </a:r>
          </a:p>
          <a:p>
            <a:r>
              <a:rPr lang="en-US"/>
              <a:t>Divided development phase into two phases</a:t>
            </a:r>
          </a:p>
          <a:p>
            <a:pPr lvl="1"/>
            <a:r>
              <a:rPr lang="en-US"/>
              <a:t>Sprint 1: Focused on building main features and basic UI layout</a:t>
            </a:r>
          </a:p>
          <a:p>
            <a:pPr lvl="1"/>
            <a:r>
              <a:rPr lang="en-US"/>
              <a:t>Sprint 2: Focused on refining UI and connection the frontend and backend</a:t>
            </a:r>
          </a:p>
          <a:p>
            <a:r>
              <a:rPr lang="en-US"/>
              <a:t>Met every two weeks to talk about each others progress and plan tasks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4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9F55-B0D3-4A96-BE21-DFF29DB63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5012023" cy="1752599"/>
          </a:xfrm>
        </p:spPr>
        <p:txBody>
          <a:bodyPr/>
          <a:lstStyle/>
          <a:p>
            <a:r>
              <a:rPr lang="en-US"/>
              <a:t>Planning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035ED-450E-EF85-E4FB-4F690BA15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4957433" cy="3124201"/>
          </a:xfrm>
        </p:spPr>
        <p:txBody>
          <a:bodyPr/>
          <a:lstStyle/>
          <a:p>
            <a:r>
              <a:rPr lang="en-US"/>
              <a:t>Agreeing on specific features and requirements</a:t>
            </a:r>
          </a:p>
          <a:p>
            <a:r>
              <a:rPr lang="en-US"/>
              <a:t>Overall system architecture</a:t>
            </a:r>
          </a:p>
          <a:p>
            <a:r>
              <a:rPr lang="en-US"/>
              <a:t>Deciding on how the system perform and what it must do</a:t>
            </a:r>
          </a:p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5E1E4B2-ACDA-359E-05D5-F639557C3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049" y="944591"/>
            <a:ext cx="2969778" cy="496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518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0A577-6732-60FD-8A4D-E2540A09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953" y="-78474"/>
            <a:ext cx="10018713" cy="1752599"/>
          </a:xfrm>
        </p:spPr>
        <p:txBody>
          <a:bodyPr/>
          <a:lstStyle/>
          <a:p>
            <a:r>
              <a:rPr lang="en-US"/>
              <a:t>Development</a:t>
            </a:r>
          </a:p>
        </p:txBody>
      </p:sp>
      <p:pic>
        <p:nvPicPr>
          <p:cNvPr id="4" name="Content Placeholder 4" descr="A timeline diagram with text and words&#10;&#10;AI-generated content may be incorrect.">
            <a:extLst>
              <a:ext uri="{FF2B5EF4-FFF2-40B4-BE49-F238E27FC236}">
                <a16:creationId xmlns:a16="http://schemas.microsoft.com/office/drawing/2014/main" id="{B81B1C92-7F63-0776-31DF-9920BDA73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1660" y="1029268"/>
            <a:ext cx="8467287" cy="5649312"/>
          </a:xfrm>
        </p:spPr>
      </p:pic>
    </p:spTree>
    <p:extLst>
      <p:ext uri="{BB962C8B-B14F-4D97-AF65-F5344CB8AC3E}">
        <p14:creationId xmlns:p14="http://schemas.microsoft.com/office/powerpoint/2010/main" val="4014016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8FA8-01BA-089B-9FD1-2EF29613B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8D645-BB3E-8048-7A8E-042394670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/>
              <a:t>Testing each implemented feature</a:t>
            </a:r>
          </a:p>
          <a:p>
            <a:pPr algn="ctr"/>
            <a:r>
              <a:rPr lang="en-US"/>
              <a:t>Debugging UI feature and refining final touches</a:t>
            </a:r>
          </a:p>
          <a:p>
            <a:pPr algn="ctr"/>
            <a:r>
              <a:rPr lang="en-US"/>
              <a:t>Checking data flow</a:t>
            </a:r>
          </a:p>
          <a:p>
            <a:pPr algn="ctr"/>
            <a:r>
              <a:rPr lang="en-US"/>
              <a:t>Automated testing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22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E360-0094-893C-0936-70A712987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90500"/>
            <a:ext cx="10018713" cy="1752599"/>
          </a:xfrm>
        </p:spPr>
        <p:txBody>
          <a:bodyPr/>
          <a:lstStyle/>
          <a:p>
            <a:r>
              <a:rPr lang="en-US"/>
              <a:t>Teamwork Reflection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30304-A12C-A068-496A-FFA639AB78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/>
              <a:t>UI design and organization</a:t>
            </a:r>
          </a:p>
          <a:p>
            <a:r>
              <a:rPr lang="en-US" sz="2000"/>
              <a:t>Code organization and implementation</a:t>
            </a:r>
          </a:p>
          <a:p>
            <a:r>
              <a:rPr lang="en-US" sz="2000"/>
              <a:t>Understanding how the overall system works</a:t>
            </a:r>
          </a:p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24728F-1F50-71C1-C932-366DCB5D4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60702" y="2611188"/>
            <a:ext cx="4895056" cy="3124200"/>
          </a:xfrm>
        </p:spPr>
        <p:txBody>
          <a:bodyPr/>
          <a:lstStyle/>
          <a:p>
            <a:r>
              <a:rPr lang="en-US" sz="2000"/>
              <a:t>Divide work evenly</a:t>
            </a:r>
          </a:p>
          <a:p>
            <a:r>
              <a:rPr lang="en-US" sz="2000"/>
              <a:t>Communicating with one another</a:t>
            </a:r>
          </a:p>
          <a:p>
            <a:r>
              <a:rPr lang="en-US" sz="2000"/>
              <a:t>Keeping each other on check</a:t>
            </a: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0E32B8-0B6D-5414-2B50-5973927B9D48}"/>
              </a:ext>
            </a:extLst>
          </p:cNvPr>
          <p:cNvSpPr txBox="1"/>
          <p:nvPr/>
        </p:nvSpPr>
        <p:spPr>
          <a:xfrm>
            <a:off x="2750024" y="2149523"/>
            <a:ext cx="1582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/>
              <a:t>Challenges</a:t>
            </a:r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5C0F7-D8BD-4EA6-5392-0E2794468340}"/>
              </a:ext>
            </a:extLst>
          </p:cNvPr>
          <p:cNvSpPr txBox="1"/>
          <p:nvPr/>
        </p:nvSpPr>
        <p:spPr>
          <a:xfrm>
            <a:off x="7859494" y="2205334"/>
            <a:ext cx="1378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/>
              <a:t>Solutions</a:t>
            </a:r>
          </a:p>
        </p:txBody>
      </p:sp>
    </p:spTree>
    <p:extLst>
      <p:ext uri="{BB962C8B-B14F-4D97-AF65-F5344CB8AC3E}">
        <p14:creationId xmlns:p14="http://schemas.microsoft.com/office/powerpoint/2010/main" val="164840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21F49-A8D3-6423-D603-69F5ED3B1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EF4B6-1CF7-A1F3-E15D-18848FBF0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Used Spring Boot framework – Allows us to build project almost entirely in Java, Easy to use, Quick implementation. Spring Boot supports REST APIs and MySQL database </a:t>
            </a:r>
          </a:p>
          <a:p>
            <a:pPr>
              <a:buClr>
                <a:srgbClr val="688727"/>
              </a:buClr>
            </a:pPr>
            <a:r>
              <a:rPr lang="en-US"/>
              <a:t>GitHub found that our project was roughly 54% Java, and 46% HTML, CSS, and JavaScript</a:t>
            </a:r>
          </a:p>
          <a:p>
            <a:pPr>
              <a:buClr>
                <a:srgbClr val="688727"/>
              </a:buClr>
            </a:pPr>
            <a:r>
              <a:rPr lang="en-US"/>
              <a:t>Most of our group used IntelliJ for our IDEs and obviously Git and GitHub for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4151015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2241-560B-506C-30B9-40B20564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4074345" cy="17525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Some Main Requirements We Developed Include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0A4E2-E8D4-5FE3-73AB-1F353A922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4074345" cy="31242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rgbClr val="688727"/>
              </a:buClr>
            </a:pPr>
            <a:r>
              <a:rPr lang="en-US" sz="1500">
                <a:ea typeface="+mn-lt"/>
                <a:cs typeface="+mn-lt"/>
              </a:rPr>
              <a:t>Allowing users to log in to the system using their unique email and passwords (FR#1) </a:t>
            </a:r>
          </a:p>
          <a:p>
            <a:pPr>
              <a:lnSpc>
                <a:spcPct val="90000"/>
              </a:lnSpc>
              <a:buClr>
                <a:srgbClr val="688727"/>
              </a:buClr>
            </a:pPr>
            <a:r>
              <a:rPr lang="en-US" sz="1500">
                <a:ea typeface="+mn-lt"/>
                <a:cs typeface="+mn-lt"/>
              </a:rPr>
              <a:t>Allowing students to add and drop classes to their schedule as long as they do not go over the max credit limit (FR#5, 7, 8) </a:t>
            </a:r>
          </a:p>
          <a:p>
            <a:pPr>
              <a:lnSpc>
                <a:spcPct val="90000"/>
              </a:lnSpc>
              <a:buClr>
                <a:srgbClr val="688727"/>
              </a:buClr>
            </a:pPr>
            <a:r>
              <a:rPr lang="en-US" sz="1500">
                <a:ea typeface="+mn-lt"/>
                <a:cs typeface="+mn-lt"/>
              </a:rPr>
              <a:t>Allowing professors to create and delete courses for students to register for and include basic information about the course (FR#2, 3)</a:t>
            </a:r>
          </a:p>
          <a:p>
            <a:pPr>
              <a:lnSpc>
                <a:spcPct val="90000"/>
              </a:lnSpc>
              <a:buClr>
                <a:srgbClr val="688727"/>
              </a:buClr>
            </a:pPr>
            <a:r>
              <a:rPr lang="en-US" sz="1500">
                <a:ea typeface="+mn-lt"/>
                <a:cs typeface="+mn-lt"/>
              </a:rPr>
              <a:t>Allowing system administrators to perform these tasks on behalf of students and professors (FR#13, 14).</a:t>
            </a:r>
            <a:endParaRPr lang="en-US" sz="1500"/>
          </a:p>
        </p:txBody>
      </p:sp>
      <p:pic>
        <p:nvPicPr>
          <p:cNvPr id="4" name="Picture 3" descr="Image attachment uploaded at  by Tony dye">
            <a:extLst>
              <a:ext uri="{FF2B5EF4-FFF2-40B4-BE49-F238E27FC236}">
                <a16:creationId xmlns:a16="http://schemas.microsoft.com/office/drawing/2014/main" id="{19BCBD95-DB25-4EAA-0EDE-40D934E71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467" y="645285"/>
            <a:ext cx="4520256" cy="252004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5" name="Picture 4" descr="Image attachment uploaded at  by Tony dye">
            <a:extLst>
              <a:ext uri="{FF2B5EF4-FFF2-40B4-BE49-F238E27FC236}">
                <a16:creationId xmlns:a16="http://schemas.microsoft.com/office/drawing/2014/main" id="{A76432AD-0125-54F0-405E-B0E11B25D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170" y="3423522"/>
            <a:ext cx="2590935" cy="217638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Picture 5" descr="Image attachment uploaded at Nov 14, 2025, 2:01 PM by Tony dye">
            <a:extLst>
              <a:ext uri="{FF2B5EF4-FFF2-40B4-BE49-F238E27FC236}">
                <a16:creationId xmlns:a16="http://schemas.microsoft.com/office/drawing/2014/main" id="{57936FB4-FB62-8430-0E52-2808BBD4E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9300" y="3423522"/>
            <a:ext cx="2603722" cy="166638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603532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89E7C-2E0A-7F0C-A7E5-64D492502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934" y="905933"/>
            <a:ext cx="6660090" cy="965200"/>
          </a:xfrm>
        </p:spPr>
        <p:txBody>
          <a:bodyPr>
            <a:normAutofit/>
          </a:bodyPr>
          <a:lstStyle/>
          <a:p>
            <a:r>
              <a:rPr lang="en-US" sz="3700"/>
              <a:t>Implementation Design Choices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500E25-4B93-A681-18A5-1C0BC6536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86" y="905933"/>
            <a:ext cx="3486603" cy="505305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D5B82-D741-3C4A-914D-EB868DDD8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933" y="1998133"/>
            <a:ext cx="6660090" cy="3793067"/>
          </a:xfrm>
        </p:spPr>
        <p:txBody>
          <a:bodyPr>
            <a:normAutofit/>
          </a:bodyPr>
          <a:lstStyle/>
          <a:p>
            <a:r>
              <a:rPr lang="en-US"/>
              <a:t>Used Class hierarchy of Users to promote reusability</a:t>
            </a:r>
          </a:p>
          <a:p>
            <a:pPr>
              <a:buClr>
                <a:srgbClr val="688727"/>
              </a:buClr>
            </a:pPr>
            <a:r>
              <a:rPr lang="en-US">
                <a:ea typeface="+mn-lt"/>
                <a:cs typeface="+mn-lt"/>
              </a:rPr>
              <a:t>Used MVC pattern where most of our user and repository files serve as the model, most of our front-end HTML files serve as the view, and most of the files ending in controller serve as the controller. This promotes modularity.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11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2584-892C-733A-D692-B98257052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4074345" cy="17525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Automated Testing Strategy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6C2769-4560-2780-3A08-50128968DCD5}"/>
              </a:ext>
            </a:extLst>
          </p:cNvPr>
          <p:cNvSpPr txBox="1">
            <a:spLocks/>
          </p:cNvSpPr>
          <p:nvPr/>
        </p:nvSpPr>
        <p:spPr>
          <a:xfrm>
            <a:off x="1484311" y="2666999"/>
            <a:ext cx="4074345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/>
              <a:t>ChatGPT and Gemini – test generation</a:t>
            </a:r>
          </a:p>
          <a:p>
            <a:pPr>
              <a:lnSpc>
                <a:spcPct val="90000"/>
              </a:lnSpc>
            </a:pPr>
            <a:r>
              <a:rPr lang="en-US" sz="2200"/>
              <a:t>JUnit – primary framework </a:t>
            </a:r>
          </a:p>
          <a:p>
            <a:pPr>
              <a:lnSpc>
                <a:spcPct val="90000"/>
              </a:lnSpc>
            </a:pPr>
            <a:r>
              <a:rPr lang="en-US" sz="2200"/>
              <a:t>Mockito – creation of "mock" objects to allow isolated testing </a:t>
            </a:r>
          </a:p>
          <a:p>
            <a:pPr>
              <a:lnSpc>
                <a:spcPct val="90000"/>
              </a:lnSpc>
            </a:pPr>
            <a:r>
              <a:rPr lang="en-US" sz="2200"/>
              <a:t>Spring boot test –for integration tests using </a:t>
            </a:r>
            <a:r>
              <a:rPr lang="en-US" sz="2200" err="1"/>
              <a:t>MockMVC</a:t>
            </a:r>
            <a:endParaRPr lang="en-US" sz="2200"/>
          </a:p>
        </p:txBody>
      </p:sp>
      <p:pic>
        <p:nvPicPr>
          <p:cNvPr id="12" name="Content Placeholder 11" descr="A green and red circle with a leaf and a glass of water with straws&#10;&#10;AI-generated content may be incorrect.">
            <a:extLst>
              <a:ext uri="{FF2B5EF4-FFF2-40B4-BE49-F238E27FC236}">
                <a16:creationId xmlns:a16="http://schemas.microsoft.com/office/drawing/2014/main" id="{AEA16504-F97C-E2AF-A122-67A121102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43522" y="1226471"/>
            <a:ext cx="3033673" cy="244255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3" name="Picture 2" descr="A colorful diamond shaped logo&#10;&#10;AI-generated content may be incorrect.">
            <a:extLst>
              <a:ext uri="{FF2B5EF4-FFF2-40B4-BE49-F238E27FC236}">
                <a16:creationId xmlns:a16="http://schemas.microsoft.com/office/drawing/2014/main" id="{46C0E78C-9B22-5768-8C18-E0C66CE0F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183" y="3914301"/>
            <a:ext cx="2035058" cy="192784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598795DA-9DBC-6DB6-5395-7881B6B39A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809" y="3927216"/>
            <a:ext cx="2029628" cy="192784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3449FA0-ED8D-1802-1B5E-0AD5D2143BE5}"/>
              </a:ext>
            </a:extLst>
          </p:cNvPr>
          <p:cNvSpPr txBox="1"/>
          <p:nvPr/>
        </p:nvSpPr>
        <p:spPr>
          <a:xfrm>
            <a:off x="1775036" y="2440675"/>
            <a:ext cx="5171500" cy="33793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55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0819-DA30-D2A6-2CEC-0503C8395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3-Tiered Approach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DB1229-2A65-59BB-C9FA-C62E25F85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621450"/>
              </p:ext>
            </p:extLst>
          </p:nvPr>
        </p:nvGraphicFramePr>
        <p:xfrm>
          <a:off x="689428" y="2443237"/>
          <a:ext cx="10802245" cy="260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9596">
                  <a:extLst>
                    <a:ext uri="{9D8B030D-6E8A-4147-A177-3AD203B41FA5}">
                      <a16:colId xmlns:a16="http://schemas.microsoft.com/office/drawing/2014/main" val="4055300544"/>
                    </a:ext>
                  </a:extLst>
                </a:gridCol>
                <a:gridCol w="3826170">
                  <a:extLst>
                    <a:ext uri="{9D8B030D-6E8A-4147-A177-3AD203B41FA5}">
                      <a16:colId xmlns:a16="http://schemas.microsoft.com/office/drawing/2014/main" val="1807473731"/>
                    </a:ext>
                  </a:extLst>
                </a:gridCol>
                <a:gridCol w="3376479">
                  <a:extLst>
                    <a:ext uri="{9D8B030D-6E8A-4147-A177-3AD203B41FA5}">
                      <a16:colId xmlns:a16="http://schemas.microsoft.com/office/drawing/2014/main" val="4139620127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Corbel"/>
                        </a:rPr>
                        <a:t>Unit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orbel"/>
                        </a:rPr>
                        <a:t>Integration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orbel"/>
                        </a:rPr>
                        <a:t>System 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620067"/>
                  </a:ext>
                </a:extLst>
              </a:tr>
              <a:tr h="2123131"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err="1">
                          <a:latin typeface="Corbel"/>
                        </a:rPr>
                        <a:t>SyllabusServiceTest</a:t>
                      </a:r>
                      <a:endParaRPr lang="en-US" err="1">
                        <a:latin typeface="Corbel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err="1">
                          <a:latin typeface="Corbel"/>
                        </a:rPr>
                        <a:t>CustomUserDetailsServiceTest</a:t>
                      </a:r>
                      <a:endParaRPr lang="en-US" err="1">
                        <a:latin typeface="Corbel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err="1">
                          <a:latin typeface="Corbel"/>
                        </a:rPr>
                        <a:t>AdminControllerTest</a:t>
                      </a:r>
                      <a:endParaRPr lang="en-US" err="1">
                        <a:latin typeface="Corbel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err="1">
                          <a:latin typeface="Corbel"/>
                        </a:rPr>
                        <a:t>TeacherControllerTest</a:t>
                      </a:r>
                      <a:endParaRPr lang="en-US" err="1">
                        <a:latin typeface="Corbel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err="1">
                          <a:latin typeface="Corbel"/>
                        </a:rPr>
                        <a:t>StudentControllerTest</a:t>
                      </a:r>
                      <a:endParaRPr lang="en-US" sz="1800" b="0" i="0" u="none" strike="noStrike" noProof="0">
                        <a:latin typeface="Corbel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err="1">
                          <a:latin typeface="Corbel"/>
                        </a:rPr>
                        <a:t>LoginControllerTest</a:t>
                      </a:r>
                      <a:endParaRPr lang="en-US" sz="1800" b="0" i="0" u="none" strike="noStrike" noProof="0">
                        <a:latin typeface="Corbel"/>
                      </a:endParaRPr>
                    </a:p>
                    <a:p>
                      <a:pPr lvl="0" algn="l">
                        <a:buNone/>
                      </a:pPr>
                      <a:endParaRPr lang="en-US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err="1">
                          <a:latin typeface="Corbel"/>
                        </a:rPr>
                        <a:t>RepositoryIntegrationTest</a:t>
                      </a:r>
                      <a:endParaRPr lang="en-US" err="1">
                        <a:latin typeface="Corbel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err="1">
                          <a:latin typeface="Corbel"/>
                        </a:rPr>
                        <a:t>SecurityConfigTest</a:t>
                      </a:r>
                      <a:endParaRPr lang="en-US" sz="1800" b="0" i="0" u="none" strike="noStrike" noProof="0">
                        <a:latin typeface="Corbel"/>
                      </a:endParaRPr>
                    </a:p>
                    <a:p>
                      <a:pPr lvl="0">
                        <a:buNone/>
                      </a:pPr>
                      <a:endParaRPr lang="en-US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StudentE2ETest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err="1">
                          <a:latin typeface="Corbel"/>
                        </a:rPr>
                        <a:t>StudentFunctionalTest</a:t>
                      </a:r>
                      <a:r>
                        <a:rPr lang="en-US" sz="1800" b="0" i="0" u="none" strike="noStrike" noProof="0">
                          <a:latin typeface="Corbel"/>
                        </a:rPr>
                        <a:t>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8882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5C21D52-3C17-3AE0-5F97-E4287062215D}"/>
              </a:ext>
            </a:extLst>
          </p:cNvPr>
          <p:cNvSpPr txBox="1"/>
          <p:nvPr/>
        </p:nvSpPr>
        <p:spPr>
          <a:xfrm>
            <a:off x="2901101" y="5064793"/>
            <a:ext cx="82607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*Test driven approach for remaining 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1519195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0B98487-4561-0E21-594F-854A3F550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43" y="1563186"/>
            <a:ext cx="5229981" cy="27675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91B776-F3A6-1E62-D82C-648303454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168" y="-3629"/>
            <a:ext cx="10018713" cy="1752599"/>
          </a:xfrm>
        </p:spPr>
        <p:txBody>
          <a:bodyPr/>
          <a:lstStyle/>
          <a:p>
            <a:r>
              <a:rPr lang="en-US"/>
              <a:t>Coverage and Results</a:t>
            </a: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BBC00B3C-F6A5-301A-330F-622EF03EF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847" y="4541027"/>
            <a:ext cx="5242077" cy="20415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BE3BB1-CCA2-26CC-3469-890067453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868" y="1563083"/>
            <a:ext cx="51530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97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Demo">
            <a:hlinkClick r:id="" action="ppaction://noaction"/>
            <a:extLst>
              <a:ext uri="{FF2B5EF4-FFF2-40B4-BE49-F238E27FC236}">
                <a16:creationId xmlns:a16="http://schemas.microsoft.com/office/drawing/2014/main" id="{4CB533AA-23E4-AD59-1C3E-7EC6A24B032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2381" y="3229"/>
            <a:ext cx="12190293" cy="685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92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1604-D563-9892-7EE5-9773360E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D973C-2078-80C0-712F-A78D50E86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40984"/>
            <a:ext cx="10018713" cy="392494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800"/>
              <a:t>Major Challenges</a:t>
            </a:r>
          </a:p>
          <a:p>
            <a:pPr lvl="1">
              <a:buClr>
                <a:srgbClr val="688727"/>
              </a:buClr>
              <a:buFont typeface="Courier New"/>
              <a:buChar char="o"/>
            </a:pPr>
            <a:r>
              <a:rPr lang="en-US" sz="1800"/>
              <a:t>Setting up to run the system</a:t>
            </a:r>
          </a:p>
          <a:p>
            <a:pPr lvl="1">
              <a:buClr>
                <a:srgbClr val="688727"/>
              </a:buClr>
              <a:buFont typeface="Courier New"/>
              <a:buChar char="o"/>
            </a:pPr>
            <a:r>
              <a:rPr lang="en-US" sz="1800"/>
              <a:t>Lack of experience in web development and database systems</a:t>
            </a:r>
          </a:p>
          <a:p>
            <a:pPr>
              <a:buClr>
                <a:srgbClr val="688727"/>
              </a:buClr>
            </a:pPr>
            <a:r>
              <a:rPr lang="en-US" sz="1800"/>
              <a:t>Solutions</a:t>
            </a:r>
          </a:p>
          <a:p>
            <a:pPr lvl="1">
              <a:buClr>
                <a:srgbClr val="688727"/>
              </a:buClr>
              <a:buFont typeface="Courier New"/>
              <a:buChar char="o"/>
            </a:pPr>
            <a:r>
              <a:rPr lang="en-US" sz="1800"/>
              <a:t>Trial and error</a:t>
            </a:r>
          </a:p>
          <a:p>
            <a:pPr lvl="1">
              <a:buClr>
                <a:srgbClr val="688727"/>
              </a:buClr>
              <a:buFont typeface="Courier New"/>
              <a:buChar char="o"/>
            </a:pPr>
            <a:r>
              <a:rPr lang="en-US" sz="1800"/>
              <a:t>Online research</a:t>
            </a:r>
          </a:p>
          <a:p>
            <a:pPr>
              <a:buClr>
                <a:srgbClr val="688727"/>
              </a:buClr>
            </a:pPr>
            <a:r>
              <a:rPr lang="en-US" sz="1800"/>
              <a:t>Key Lessons</a:t>
            </a:r>
          </a:p>
          <a:p>
            <a:pPr lvl="1">
              <a:buClr>
                <a:srgbClr val="688727"/>
              </a:buClr>
              <a:buFont typeface="Courier New"/>
              <a:buChar char="o"/>
            </a:pPr>
            <a:r>
              <a:rPr lang="en-US" sz="1800"/>
              <a:t>Development often takes longer than planned</a:t>
            </a:r>
          </a:p>
          <a:p>
            <a:pPr lvl="1">
              <a:buClr>
                <a:srgbClr val="688727"/>
              </a:buClr>
              <a:buFont typeface="Courier New"/>
              <a:buChar char="o"/>
            </a:pPr>
            <a:r>
              <a:rPr lang="en-US" sz="1800"/>
              <a:t>Better to start small with ideas</a:t>
            </a:r>
          </a:p>
          <a:p>
            <a:pPr>
              <a:buClr>
                <a:srgbClr val="688727"/>
              </a:buClr>
            </a:pPr>
            <a:r>
              <a:rPr lang="en-US" sz="1800"/>
              <a:t>Improvements</a:t>
            </a:r>
          </a:p>
          <a:p>
            <a:pPr lvl="1">
              <a:buClr>
                <a:srgbClr val="688727"/>
              </a:buClr>
              <a:buFont typeface="Courier New"/>
              <a:buChar char="o"/>
            </a:pPr>
            <a:r>
              <a:rPr lang="en-US" sz="1800"/>
              <a:t>Add a schedule generator</a:t>
            </a:r>
          </a:p>
          <a:p>
            <a:pPr lvl="1">
              <a:buClr>
                <a:srgbClr val="688727"/>
              </a:buClr>
              <a:buFont typeface="Courier New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09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Parallax</vt:lpstr>
      <vt:lpstr> </vt:lpstr>
      <vt:lpstr>Overview</vt:lpstr>
      <vt:lpstr>Key Features</vt:lpstr>
      <vt:lpstr>Development Approach</vt:lpstr>
      <vt:lpstr>Requirements Guided Everything</vt:lpstr>
      <vt:lpstr>PowerPoint Presentation</vt:lpstr>
      <vt:lpstr>Process Model</vt:lpstr>
      <vt:lpstr>Development Organization</vt:lpstr>
      <vt:lpstr>Planning Phase</vt:lpstr>
      <vt:lpstr>Development</vt:lpstr>
      <vt:lpstr>Testing</vt:lpstr>
      <vt:lpstr>Teamwork Reflection</vt:lpstr>
      <vt:lpstr>Implementation Summary</vt:lpstr>
      <vt:lpstr>Some Main Requirements We Developed Include :</vt:lpstr>
      <vt:lpstr>Implementation Design Choices</vt:lpstr>
      <vt:lpstr>Automated Testing Strategy</vt:lpstr>
      <vt:lpstr>3-Tiered Approach</vt:lpstr>
      <vt:lpstr>Coverage and Results</vt:lpstr>
      <vt:lpstr>PowerPoint Presentation</vt:lpstr>
      <vt:lpstr>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Dye, Anthony William</dc:creator>
  <cp:revision>1</cp:revision>
  <dcterms:created xsi:type="dcterms:W3CDTF">2025-11-17T05:02:51Z</dcterms:created>
  <dcterms:modified xsi:type="dcterms:W3CDTF">2025-11-18T21:30:11Z</dcterms:modified>
</cp:coreProperties>
</file>